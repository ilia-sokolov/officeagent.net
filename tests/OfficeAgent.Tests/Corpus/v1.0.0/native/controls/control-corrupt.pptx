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Masters/theme/theme1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38673dc988c24cd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82be782ab54ccb"/>
  </p:sldMasterIdLst>
  <p:sldIdLst>
    <p:sldId xmlns:r="http://schemas.openxmlformats.org/officeDocument/2006/relationships" id="256" r:id="Rb7aa40a22a5a4831"/>
    <p:sldId xmlns:r="http://schemas.openxmlformats.org/officeDocument/2006/relationships" id="257" r:id="R67b5116a6b664c31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82be782ab54ccb" /><Relationship Type="http://schemas.openxmlformats.org/officeDocument/2006/relationships/slide" Target="/ppt/slides/slide1.xml" Id="Rb7aa40a22a5a4831" /><Relationship Type="http://schemas.openxmlformats.org/officeDocument/2006/relationships/slide" Target="/ppt/slides/slide2.xml" Id="R67b5116a6b664c3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ody 2"/>
          <p:cNvSpPr>
            <a:spLocks xmlns:a="http://schemas.openxmlformats.org/drawingml/2006/main" noGrp="1"/>
          </p:cNvSpPr>
          <p:nvPr/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Remember to mention the Acme Corp merger.</a:t>
            </a:r>
          </a:p>
        </p:txBody>
      </p:sp>
    </p:spTree>
  </p:cSld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045ba3e18c41b4" /></Relationships>
</file>

<file path=ppt/slideLayouts/slideLayout1.xml><?xml version="1.0" encoding="utf-8"?>
<p:sldLayout xmlns:p="http://schemas.openxmlformats.org/presentationml/2006/main" type="title">
  <p:cSld>
    <p:spTree>
      <p:nvGrpSpPr>
        <p:cNvPr id="1" name=""/>
        <p:cNvGrpSpPr/>
        <p:nvPr/>
      </p:nvGrpSpPr>
      <p:grpSpPr/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3762f7a16847c6" /><Relationship Type="http://schemas.openxmlformats.org/officeDocument/2006/relationships/theme" Target="/ppt/slideMasters/theme/theme1.xml" Id="R429ba997b0254d68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3762f7a16847c6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/>
      </a:dk1>
      <a:lt1>
        <a:sysClr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notesSlide" Target="/ppt/notesSlides/notesSlide1.xml" Id="Rf56d086a26a64de2" /><Relationship Type="http://schemas.openxmlformats.org/officeDocument/2006/relationships/slideLayout" Target="/ppt/slideLayouts/slideLayout1.xml" Id="R702599075d1841d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0ec61b63d44f47" /></Relationships>
</file>

<file path=ppt/slides/slide1.xml><?xml version="1.0" encoding="utf-8"?><p:sld xmlns:p="http://schemas.openxmlformats.org/presentationml/2006/main"><p:cSld><p:spTree><p:sp>unclosed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2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Outlook</a:t>
            </a:r>
          </a:p>
        </p:txBody>
      </p:sp>
    </p:spTree>
  </p:cSld>
</p:sld>
</file>