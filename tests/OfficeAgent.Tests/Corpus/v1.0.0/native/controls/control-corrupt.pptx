
<file path=[Content_Types].xml><?xml version="1.0" encoding="utf-8"?>
<Types xmlns="http://schemas.openxmlformats.org/package/2006/content-types">
  <Default Extension="xml" ContentType="application/vnd.openxmlformats-officedocument.presentationml.presentation.main+xml"/>
  <Default Extension="rels" ContentType="application/vnd.openxmlformats-package.relationships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slideMasters/theme/theme1.xml" ContentType="application/vnd.openxmlformats-officedocument.theme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</Types>
</file>

<file path=_rels/.rels>&#65279;<?xml version="1.0" encoding="utf-8"?><Relationships xmlns="http://schemas.openxmlformats.org/package/2006/relationships"><Relationship Type="http://schemas.openxmlformats.org/officeDocument/2006/relationships/officeDocument" Target="/ppt/presentation.xml" Id="R61644327078b4a44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51c46921e4114669"/>
  </p:sldMasterIdLst>
  <p:sldIdLst>
    <p:sldId xmlns:r="http://schemas.openxmlformats.org/officeDocument/2006/relationships" id="256" r:id="Reb0fcdcd3d1447e5"/>
    <p:sldId xmlns:r="http://schemas.openxmlformats.org/officeDocument/2006/relationships" id="257" r:id="Redae4695b3fc431c"/>
  </p:sldIdLst>
  <p:sldSz cx="12192000" cy="6858000"/>
  <p:notesSz cx="6858000" cy="9144000"/>
</p:presentation>
</file>

<file path=ppt/_rels/presentation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51c46921e4114669" /><Relationship Type="http://schemas.openxmlformats.org/officeDocument/2006/relationships/slide" Target="/ppt/slides/slide1.xml" Id="Reb0fcdcd3d1447e5" /><Relationship Type="http://schemas.openxmlformats.org/officeDocument/2006/relationships/slide" Target="/ppt/slides/slide2.xml" Id="Redae4695b3fc431c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Body 2"/>
          <p:cNvSpPr>
            <a:spLocks xmlns:a="http://schemas.openxmlformats.org/drawingml/2006/main" noGrp="1"/>
          </p:cNvSpPr>
          <p:nvPr/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dirty="0"/>
              <a:t>Remember to mention the Acme Corp merger.</a:t>
            </a:r>
          </a:p>
        </p:txBody>
      </p:sp>
    </p:spTree>
  </p:cSld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ac16049352a042b9" /></Relationships>
</file>

<file path=ppt/slideLayouts/slideLayout1.xml><?xml version="1.0" encoding="utf-8"?>
<p:sldLayout xmlns:p="http://schemas.openxmlformats.org/presentationml/2006/main" type="title">
  <p:cSld>
    <p:spTree>
      <p:nvGrpSpPr>
        <p:cNvPr id="1" name=""/>
        <p:cNvGrpSpPr/>
        <p:nvPr/>
      </p:nvGrpSpPr>
      <p:grpSpPr/>
    </p:spTree>
  </p:cSld>
  <p:clrMapOvr>
    <a:masterClrMapping xmlns:a="http://schemas.openxmlformats.org/drawingml/2006/main"/>
  </p:clrMapOvr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344acd31c064276" /><Relationship Type="http://schemas.openxmlformats.org/officeDocument/2006/relationships/theme" Target="/ppt/slideMasters/theme/theme1.xml" Id="R1c858288f88d480b" /></Relationships>
</file>

<file path=ppt/slideMasters/slideMaster1.xml><?xml version="1.0" encoding="utf-8"?>
<p:sldMaster xmlns:p="http://schemas.openxmlformats.org/presentationml/2006/main">
  <p:cSld>
    <p:spTree>
      <p:nvGrpSpPr>
        <p:cNvPr id="1" name=""/>
        <p:cNvGrpSpPr/>
        <p:nvPr/>
      </p:nvGrpSpPr>
      <p:grpSpPr/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9344acd31c064276"/>
  </p:sldLayoutIdLst>
</p:sldMaster>
</file>

<file path=ppt/slideMasters/theme/theme1.xml><?xml version="1.0" encoding="utf-8"?>
<a:theme xmlns:a="http://schemas.openxmlformats.org/drawingml/2006/main" name="Office Theme">
  <a:themeElements>
    <a:clrScheme name="Office">
      <a:dk1>
        <a:sysClr val="windowText"/>
      </a:dk1>
      <a:lt1>
        <a:sysClr val="window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</a:majorFont>
      <a:minorFont>
        <a:latin typeface="Calibri"/>
        <a:ea typeface=""/>
        <a:cs typeface=""/>
      </a:minorFont>
    </a:fontScheme>
    <a:fmtScheme name="Offic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>
          <a:solidFill>
            <a:schemeClr val="phClr"/>
          </a:solidFill>
        </a:ln>
        <a:ln w="12700">
          <a:solidFill>
            <a:schemeClr val="phClr"/>
          </a:solidFill>
        </a:ln>
        <a:ln w="19050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notesSlide" Target="/ppt/notesSlides/notesSlide1.xml" Id="R654551291fa4477e" /><Relationship Type="http://schemas.openxmlformats.org/officeDocument/2006/relationships/slideLayout" Target="/ppt/slideLayouts/slideLayout1.xml" Id="R55e32b8210ed4efd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df1085edaa44453" /></Relationships>
</file>

<file path=ppt/slides/slide1.xml><?xml version="1.0" encoding="utf-8"?><p:sld xmlns:p="http://schemas.openxmlformats.org/presentationml/2006/main"><p:cSld><p:spTree><p:sp>unclosed
</file>

<file path=ppt/slides/slide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2"/>
          <p:cNvSpPr>
            <a:spLocks xmlns:a="http://schemas.openxmlformats.org/drawingml/2006/main" noGrp="1"/>
          </p:cNvSpPr>
          <p:nvPr>
            <p:ph type="title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dirty="0"/>
              <a:t>Outlook</a:t>
            </a:r>
          </a:p>
        </p:txBody>
      </p:sp>
    </p:spTree>
  </p:cSld>
</p:sld>
</file>