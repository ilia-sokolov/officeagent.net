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ae7239bb5ff40a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7c7d0336ad54e30"/>
  </p:sldMasterIdLst>
  <p:sldIdLst>
    <p:sldId xmlns:r="http://schemas.openxmlformats.org/officeDocument/2006/relationships" id="256" r:id="Ra5a86f4339984b0c"/>
    <p:sldId xmlns:r="http://schemas.openxmlformats.org/officeDocument/2006/relationships" id="257" r:id="R2f47c0ba48464518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c7d0336ad54e30" /><Relationship Type="http://schemas.openxmlformats.org/officeDocument/2006/relationships/slide" Target="/ppt/slides/slide1.xml" Id="Ra5a86f4339984b0c" /><Relationship Type="http://schemas.openxmlformats.org/officeDocument/2006/relationships/slide" Target="/ppt/slides/slide2.xml" Id="R2f47c0ba4846451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Remember to mention the Acme Corp merger.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ba77c5af384e6a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c79aa11b684dfd" /><Relationship Type="http://schemas.openxmlformats.org/officeDocument/2006/relationships/theme" Target="/ppt/slideMasters/theme/theme1.xml" Id="Rab4a1f79b52f4755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3c79aa11b684dfd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notesSlide" Target="/ppt/notesSlides/notesSlide1.xml" Id="R93c38ca001ee4d9c" /><Relationship Type="http://schemas.openxmlformats.org/officeDocument/2006/relationships/slideLayout" Target="/ppt/slideLayouts/slideLayout1.xml" Id="R1f743c2a72924a7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09aee6ebf44f54" /></Relationships>
</file>

<file path=ppt/slides/slide1.xml><?xml version="1.0" encoding="utf-8"?><p:sld xmlns:p="http://schemas.openxmlformats.org/presentationml/2006/main"><p:cSld><p:spTree><p:sp>unclosed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Outlook</a:t>
            </a:r>
          </a:p>
        </p:txBody>
      </p:sp>
    </p:spTree>
  </p:cSld>
</p:sld>
</file>