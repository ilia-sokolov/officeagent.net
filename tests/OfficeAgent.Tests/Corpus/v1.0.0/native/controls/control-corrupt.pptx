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e2b899fd8574e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6bd8948b0341c9"/>
  </p:sldMasterIdLst>
  <p:sldIdLst>
    <p:sldId xmlns:r="http://schemas.openxmlformats.org/officeDocument/2006/relationships" id="256" r:id="R83263510b652462a"/>
    <p:sldId xmlns:r="http://schemas.openxmlformats.org/officeDocument/2006/relationships" id="257" r:id="Rfda3c9668d414d5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6bd8948b0341c9" /><Relationship Type="http://schemas.openxmlformats.org/officeDocument/2006/relationships/slide" Target="/ppt/slides/slide1.xml" Id="R83263510b652462a" /><Relationship Type="http://schemas.openxmlformats.org/officeDocument/2006/relationships/slide" Target="/ppt/slides/slide2.xml" Id="Rfda3c9668d414d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976b333f7429c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80b6dd6b345e6" /><Relationship Type="http://schemas.openxmlformats.org/officeDocument/2006/relationships/theme" Target="/ppt/slideMasters/theme/theme1.xml" Id="R34e6d6b6e3b4438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280b6dd6b345e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193b019e73b490a" /><Relationship Type="http://schemas.openxmlformats.org/officeDocument/2006/relationships/slideLayout" Target="/ppt/slideLayouts/slideLayout1.xml" Id="R1efdcc51b71a45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798a5224a4c02" /></Relationships>
</file>

<file path=ppt/slides/slide1.xml><?xml version="1.0" encoding="utf-8"?><p:sld xmlns:p="http://schemas.openxmlformats.org/presentationml/2006/main"><p:cSld><p:spTree><p:sp>unclosed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