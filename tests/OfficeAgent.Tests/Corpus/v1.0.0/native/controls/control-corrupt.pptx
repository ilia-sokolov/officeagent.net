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0debd5051994e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7f25a4ba7546e6"/>
  </p:sldMasterIdLst>
  <p:sldIdLst>
    <p:sldId xmlns:r="http://schemas.openxmlformats.org/officeDocument/2006/relationships" id="256" r:id="R9b047bb1a64f4a20"/>
    <p:sldId xmlns:r="http://schemas.openxmlformats.org/officeDocument/2006/relationships" id="257" r:id="Rf32dff5e1906456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7f25a4ba7546e6" /><Relationship Type="http://schemas.openxmlformats.org/officeDocument/2006/relationships/slide" Target="/ppt/slides/slide1.xml" Id="R9b047bb1a64f4a20" /><Relationship Type="http://schemas.openxmlformats.org/officeDocument/2006/relationships/slide" Target="/ppt/slides/slide2.xml" Id="Rf32dff5e190645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c7e7d6f3da4f05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b46328fe7646a9" /><Relationship Type="http://schemas.openxmlformats.org/officeDocument/2006/relationships/theme" Target="/ppt/slideMasters/theme/theme1.xml" Id="Rc78c19271c144c56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b46328fe7646a9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27881caf599b400a" /><Relationship Type="http://schemas.openxmlformats.org/officeDocument/2006/relationships/slideLayout" Target="/ppt/slideLayouts/slideLayout1.xml" Id="Rddef1f48193242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b78654aba84c37" /></Relationships>
</file>

<file path=ppt/slides/slide1.xml><?xml version="1.0" encoding="utf-8"?><p:sld xmlns:p="http://schemas.openxmlformats.org/presentationml/2006/main"><p:cSld><p:spTree><p:sp>unclosed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