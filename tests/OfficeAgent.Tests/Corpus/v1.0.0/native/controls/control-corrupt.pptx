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bbf26234c3943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1aa07cfc5d44d3d"/>
  </p:sldMasterIdLst>
  <p:sldIdLst>
    <p:sldId xmlns:r="http://schemas.openxmlformats.org/officeDocument/2006/relationships" id="256" r:id="R96c39bc627544b0a"/>
    <p:sldId xmlns:r="http://schemas.openxmlformats.org/officeDocument/2006/relationships" id="257" r:id="R04df40e5d43b47b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aa07cfc5d44d3d" /><Relationship Type="http://schemas.openxmlformats.org/officeDocument/2006/relationships/slide" Target="/ppt/slides/slide1.xml" Id="R96c39bc627544b0a" /><Relationship Type="http://schemas.openxmlformats.org/officeDocument/2006/relationships/slide" Target="/ppt/slides/slide2.xml" Id="R04df40e5d43b47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1ae85ec55143cd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15169529f34eb6" /><Relationship Type="http://schemas.openxmlformats.org/officeDocument/2006/relationships/theme" Target="/ppt/slideMasters/theme/theme1.xml" Id="Rb1197ebd0ca543ae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15169529f34eb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5d3cb5f7ec0f4a1c" /><Relationship Type="http://schemas.openxmlformats.org/officeDocument/2006/relationships/slideLayout" Target="/ppt/slideLayouts/slideLayout1.xml" Id="R64de96c6ba2043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7a30bb63d447a4" /></Relationships>
</file>

<file path=ppt/slides/slide1.xml><?xml version="1.0" encoding="utf-8"?><p:sld xmlns:p="http://schemas.openxmlformats.org/presentationml/2006/main"><p:cSld><p:spTree><p:sp>unclosed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