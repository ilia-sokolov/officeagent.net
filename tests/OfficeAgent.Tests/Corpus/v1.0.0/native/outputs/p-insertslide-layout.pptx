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5.xml" ContentType="application/vnd.openxmlformats-officedocument.presentationml.slideLayout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76f185237cf410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999867bc13884796"/>
    <p:sldMasterId id="2147483704" r:id="R68a9007e1de64690"/>
  </p:sldMasterIdLst>
  <p:sldIdLst>
    <p:sldId xmlns:r="http://schemas.openxmlformats.org/officeDocument/2006/relationships" id="256" r:id="R76fa4b00d7244afb"/>
    <p:sldId id="257" r:id="R393eee4cfbc54dc6"/>
    <p:sldId id="258" r:id="R6b7903ee1d784c0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867bc13884796" /><Relationship Type="http://schemas.openxmlformats.org/officeDocument/2006/relationships/slide" Target="/ppt/slides/slide1.xml" Id="R76fa4b00d7244afb" /><Relationship Type="http://schemas.openxmlformats.org/officeDocument/2006/relationships/slideMaster" Target="/ppt/slideMasters/slideMaster2.xml" Id="R68a9007e1de64690" /><Relationship Type="http://schemas.openxmlformats.org/officeDocument/2006/relationships/slide" Target="/ppt/slides/slide2.xml" Id="R393eee4cfbc54dc6" /><Relationship Type="http://schemas.openxmlformats.org/officeDocument/2006/relationships/slide" Target="/ppt/slides/slide3.xml" Id="R6b7903ee1d784c0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b9eb4166f94b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07887b5b6b47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924eb92ca4d2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45de63c6c94f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88e0bc3db4c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5b6f4440d4a4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e37fd5c494af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15ee90f5b945a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f98a50aaa4fc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d01ec046f04ad5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cust" preserve="1">
  <p:cSld name="Two Column With Logo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6764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Column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5146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Column"/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3528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Logo"/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1910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50292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2.xml><?xml version="1.0" encoding="utf-8"?>
<p:sldLayout xmlns:a="http://schemas.openxmlformats.org/drawingml/2006/main" xmlns:p="http://schemas.openxmlformats.org/presentationml/2006/main" type="cust" preserve="1">
  <p:cSld name="Quote">
    <p:spTree>
      <p:nvGrpSpPr>
        <p:cNvPr id="1" name=""/>
        <p:cNvGrpSpPr/>
        <p:nvPr/>
      </p:nvGrpSpPr>
      <p:grpSpPr/>
      <p:sp>
        <p:nvSpPr>
          <p:cNvPr id="2" name="Quote Tex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764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3.xml><?xml version="1.0" encoding="utf-8"?>
<p:sldLayout xmlns:a="http://schemas.openxmlformats.org/drawingml/2006/main" xmlns:p="http://schemas.openxmlformats.org/presentationml/2006/main" type="cust" preserve="1">
  <p:cSld name="Picture Only">
    <p:spTree>
      <p:nvGrpSpPr>
        <p:cNvPr id="1" name=""/>
        <p:cNvGrpSpPr/>
        <p:nvPr/>
      </p:nvGrpSpPr>
      <p:grpSpPr/>
      <p:sp>
        <p:nvSpPr>
          <p:cNvPr id="2" name="Picture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6764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4.xml><?xml version="1.0" encoding="utf-8"?>
<p:sldLayout xmlns:a="http://schemas.openxmlformats.org/drawingml/2006/main" xmlns:p="http://schemas.openxmlformats.org/presentationml/2006/main" type="cust" preserve="1">
  <p:cSld name="Agenda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6764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Items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5146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5.xml><?xml version="1.0" encoding="utf-8"?>
<p:sldLayout xmlns:a="http://schemas.openxmlformats.org/drawingml/2006/main" xmlns:p="http://schemas.openxmlformats.org/presentationml/2006/main" type="cust" preserve="1">
  <p:cSld name="Agenda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6764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Items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514600" y="1825625"/>
            <a:ext cx="3000000" cy="2000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e13c17055f2d47ec" /><Relationship Type="http://schemas.openxmlformats.org/officeDocument/2006/relationships/slideLayout" Target="/ppt/slideLayouts/slideLayout1.xml" Id="Rf5b2b5d034a146a6" /><Relationship Type="http://schemas.openxmlformats.org/officeDocument/2006/relationships/slideLayout" Target="/ppt/slideLayouts/slideLayout2.xml" Id="Ra3decab2f38e46a5" /><Relationship Type="http://schemas.openxmlformats.org/officeDocument/2006/relationships/slideLayout" Target="/ppt/slideLayouts/slideLayout3.xml" Id="R579900fee343417f" /><Relationship Type="http://schemas.openxmlformats.org/officeDocument/2006/relationships/slideLayout" Target="/ppt/slideLayouts/slideLayout4.xml" Id="R3ba5a0fb0f0c458b" /><Relationship Type="http://schemas.openxmlformats.org/officeDocument/2006/relationships/slideLayout" Target="/ppt/slideLayouts/slideLayout5.xml" Id="R178672b689cc40f5" /><Relationship Type="http://schemas.openxmlformats.org/officeDocument/2006/relationships/slideLayout" Target="/ppt/slideLayouts/slideLayout6.xml" Id="R9da01fb0f2f64684" /><Relationship Type="http://schemas.openxmlformats.org/officeDocument/2006/relationships/slideLayout" Target="/ppt/slideLayouts/slideLayout12.xml" Id="Rc6ddd38608a14fb6" /><Relationship Type="http://schemas.openxmlformats.org/officeDocument/2006/relationships/slideLayout" Target="/ppt/slideLayouts/slideLayout13.xml" Id="R18992e6cfb854b05" /><Relationship Type="http://schemas.openxmlformats.org/officeDocument/2006/relationships/slideLayout" Target="/ppt/slideLayouts/slideLayout14.xml" Id="Rc7a46c9608d8446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f7127a38af482c" /><Relationship Type="http://schemas.openxmlformats.org/officeDocument/2006/relationships/slideLayout" Target="/ppt/slideLayouts/slideLayout15.xml" Id="R407d867102dc406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b2b5d034a146a6"/>
    <p:sldLayoutId xmlns:r="http://schemas.openxmlformats.org/officeDocument/2006/relationships" id="2147483650" r:id="Ra3decab2f38e46a5"/>
    <p:sldLayoutId xmlns:r="http://schemas.openxmlformats.org/officeDocument/2006/relationships" id="2147483651" r:id="R579900fee343417f"/>
    <p:sldLayoutId xmlns:r="http://schemas.openxmlformats.org/officeDocument/2006/relationships" id="2147483652" r:id="R3ba5a0fb0f0c458b"/>
    <p:sldLayoutId xmlns:r="http://schemas.openxmlformats.org/officeDocument/2006/relationships" id="2147483653" r:id="R178672b689cc40f5"/>
    <p:sldLayoutId id="2147483700" r:id="R9da01fb0f2f64684"/>
    <p:sldLayoutId id="2147483701" r:id="Rc6ddd38608a14fb6"/>
    <p:sldLayoutId id="2147483702" r:id="R18992e6cfb854b05"/>
    <p:sldLayoutId id="2147483703" r:id="Rc7a46c9608d8446e"/>
  </p:sldLayoutIdLst>
</p:sldMaster>
</file>

<file path=ppt/slideMasters/slideMaster2.xml><?xml version="1.0" encoding="utf-8"?>
<p:sldMaster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05" r:id="R407d867102dc4063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2.xml><?xml version="1.0" encoding="utf-8"?>
<a:theme xmlns:a="http://schemas.openxmlformats.org/drawingml/2006/main" name="Brand Two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64e884ff74e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2aac6adf654c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12984d7d30694df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Why Northwind</a:t>
            </a:r>
          </a:p>
        </p:txBody>
      </p:sp>
      <p:sp>
        <p:nvSpPr>
          <p:cNvPr id="3" name="Left Column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Twelve years in logistics</a:t>
            </a:r>
          </a:p>
        </p:txBody>
      </p:sp>
      <p:sp>
        <p:nvSpPr>
          <p:cNvPr id="4" name="Right Column"/>
          <p:cNvSpPr>
            <a:spLocks xmlns:a="http://schemas.openxmlformats.org/drawingml/2006/main" noGrp="1"/>
          </p:cNvSpPr>
          <p:nvPr>
            <p:ph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Logo"/>
          <p:cNvSpPr>
            <a:spLocks xmlns:a="http://schemas.openxmlformats.org/drawingml/2006/main" noGrp="1"/>
          </p:cNvSpPr>
          <p:nvPr>
            <p:ph type="pic" idx="13"/>
          </p:nvPr>
        </p:nvSpPr>
        <p:spPr/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Agenda</a:t>
            </a:r>
          </a:p>
        </p:txBody>
      </p:sp>
      <p:sp>
        <p:nvSpPr>
          <p:cNvPr id="3" name="Items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Scope</a:t>
            </a:r>
          </a:p>
          <a:p xmlns:a="http://schemas.openxmlformats.org/drawingml/2006/main">
            <a:r>
              <a:rPr lang="en-US"/>
              <a:t>Pricing</a:t>
            </a:r>
          </a:p>
        </p:txBody>
      </p:sp>
    </p:spTree>
  </p:cSld>
</p:sld>
</file>