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s/slide1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47274f3cbe3841b8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707cbd82eac54df2"/>
  </p:sldMasterIdLst>
  <p:sldIdLst>
    <p:sldId xmlns:r="http://schemas.openxmlformats.org/officeDocument/2006/relationships" id="256" r:id="R8d739792fa344d4f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7cbd82eac54df2" /><Relationship Type="http://schemas.openxmlformats.org/officeDocument/2006/relationships/slide" Target="/ppt/slides/slide1.xml" Id="R8d739792fa344d4f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07befc541184d4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a5ee2f9ffce497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69a34588ec485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5cade4fa394f3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83eb50dcdf845c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ctrTitle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Subtitle 2"/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2.xml><?xml version="1.0" encoding="utf-8"?>
<p:sldLayout xmlns:p="http://schemas.openxmlformats.org/presentationml/2006/main" type="obj">
  <p:cSld name="Title and Content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Content Placeholder 2"/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3.xml><?xml version="1.0" encoding="utf-8"?>
<p:sldLayout xmlns:p="http://schemas.openxmlformats.org/presentationml/2006/main" type="secHead">
  <p:cSld name="Section Header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4.xml><?xml version="1.0" encoding="utf-8"?>
<p:sldLayout xmlns:p="http://schemas.openxmlformats.org/presentationml/2006/main" type="titleOnly">
  <p:cSld name="Title Only"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Ovr>
    <a:masterClrMapping xmlns:a="http://schemas.openxmlformats.org/drawingml/2006/main"/>
  </p:clrMapOvr>
</p:sldLayout>
</file>

<file path=ppt/slideLayouts/slideLayout5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44335eb699854e59" /><Relationship Type="http://schemas.openxmlformats.org/officeDocument/2006/relationships/slideLayout" Target="/ppt/slideLayouts/slideLayout1.xml" Id="R6e0f1e0989794744" /><Relationship Type="http://schemas.openxmlformats.org/officeDocument/2006/relationships/slideLayout" Target="/ppt/slideLayouts/slideLayout2.xml" Id="R15929cd3a402430c" /><Relationship Type="http://schemas.openxmlformats.org/officeDocument/2006/relationships/slideLayout" Target="/ppt/slideLayouts/slideLayout3.xml" Id="R7d1174a2fd704fef" /><Relationship Type="http://schemas.openxmlformats.org/officeDocument/2006/relationships/slideLayout" Target="/ppt/slideLayouts/slideLayout4.xml" Id="R949d7f2861484a9e" /><Relationship Type="http://schemas.openxmlformats.org/officeDocument/2006/relationships/slideLayout" Target="/ppt/slideLayouts/slideLayout5.xml" Id="R217741fdca8d469d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Placeholder 1"/>
          <p:cNvSpPr>
            <a:spLocks xmlns:a="http://schemas.openxmlformats.org/drawingml/2006/main" noGrp="1"/>
          </p:cNvSpPr>
          <p:nvPr>
            <p:ph type="title"/>
          </p:nvPr>
        </p:nvSpPr>
        <p:spPr>
          <a:xfrm xmlns:a="http://schemas.openxmlformats.org/drawingml/2006/main">
            <a:off x="838200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j-lt"/>
              </a:defRPr>
            </a:lvl1pPr>
          </a:lstStyle>
          <a:p xmlns:a="http://schemas.openxmlformats.org/drawingml/2006/main">
            <a:endParaRPr lang="en-US"/>
          </a:p>
        </p:txBody>
      </p:sp>
      <p:sp>
        <p:nvSpPr>
          <p:cNvPr id="3" name="Text Placeholder 2"/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</p:spPr>
        <p:txBody>
          <a:bodyPr xmlns:a="http://schemas.openxmlformats.org/drawingml/2006/main"/>
          <a:lstStyle xmlns:a="http://schemas.openxmlformats.org/drawingml/2006/main">
            <a:lvl1pPr>
              <a:defRPr>
                <a:latin typeface="+mn-lt"/>
              </a:defRPr>
            </a:lvl1pPr>
          </a:lstStyle>
          <a:p xmlns:a="http://schemas.openxmlformats.org/drawingml/2006/main"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0f1e0989794744"/>
    <p:sldLayoutId xmlns:r="http://schemas.openxmlformats.org/officeDocument/2006/relationships" id="2147483650" r:id="R15929cd3a402430c"/>
    <p:sldLayoutId xmlns:r="http://schemas.openxmlformats.org/officeDocument/2006/relationships" id="2147483651" r:id="R7d1174a2fd704fef"/>
    <p:sldLayoutId xmlns:r="http://schemas.openxmlformats.org/officeDocument/2006/relationships" id="2147483652" r:id="R949d7f2861484a9e"/>
    <p:sldLayoutId xmlns:r="http://schemas.openxmlformats.org/officeDocument/2006/relationships" id="2147483653" r:id="R217741fdca8d469d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36426aa6c441f7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graphicFrame>
        <p:nvGraphicFramePr>
          <p:cNvPr id="3" name="Table 3"/>
          <p:cNvGraphicFramePr/>
          <p:nvPr/>
        </p:nvGraphicFramePr>
        <p:xfrm>
          <a:off x="838200" y="914400"/>
          <a:ext cx="9144000" cy="741680"/>
        </p:xfrm>
        <a:graphic>
          <a:graphicData uri="http://schemas.openxmlformats.org/drawingml/2006/table">
            <a:tbl>
              <a:tblPr firstRow="1" bandRow="1"/>
              <a:tblGrid>
                <a:gridCol w="4572000"/>
                <a:gridCol w="4572000"/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Region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Q1</a:t>
                      </a:r>
                    </a:p>
                  </a:txBody>
                  <a:tcPr/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EMEA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41850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</p:sld>
</file>