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6648f913b79443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b8ab969e9bea47ea"/>
  </p:sldMasterIdLst>
  <p:sldIdLst>
    <p:sldId xmlns:r="http://schemas.openxmlformats.org/officeDocument/2006/relationships" id="256" r:id="Re6771c9a8e93487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b969e9bea47ea" /><Relationship Type="http://schemas.openxmlformats.org/officeDocument/2006/relationships/slide" Target="/ppt/slides/slide1.xml" Id="Re6771c9a8e93487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eca434f184c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346ecb2be4f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6e89ebef849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7669307e642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06a8cf830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20fa658abded4d9c" /><Relationship Type="http://schemas.openxmlformats.org/officeDocument/2006/relationships/slideLayout" Target="/ppt/slideLayouts/slideLayout1.xml" Id="R8fe677c4dff343e7" /><Relationship Type="http://schemas.openxmlformats.org/officeDocument/2006/relationships/slideLayout" Target="/ppt/slideLayouts/slideLayout2.xml" Id="Re6c1a861bf6a4acb" /><Relationship Type="http://schemas.openxmlformats.org/officeDocument/2006/relationships/slideLayout" Target="/ppt/slideLayouts/slideLayout3.xml" Id="R3ea7f72f451a4d34" /><Relationship Type="http://schemas.openxmlformats.org/officeDocument/2006/relationships/slideLayout" Target="/ppt/slideLayouts/slideLayout4.xml" Id="R9e1171f7f48a4cf7" /><Relationship Type="http://schemas.openxmlformats.org/officeDocument/2006/relationships/slideLayout" Target="/ppt/slideLayouts/slideLayout5.xml" Id="Ra96bbc5d8d9949c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677c4dff343e7"/>
    <p:sldLayoutId xmlns:r="http://schemas.openxmlformats.org/officeDocument/2006/relationships" id="2147483650" r:id="Re6c1a861bf6a4acb"/>
    <p:sldLayoutId xmlns:r="http://schemas.openxmlformats.org/officeDocument/2006/relationships" id="2147483651" r:id="R3ea7f72f451a4d34"/>
    <p:sldLayoutId xmlns:r="http://schemas.openxmlformats.org/officeDocument/2006/relationships" id="2147483652" r:id="R9e1171f7f48a4cf7"/>
    <p:sldLayoutId xmlns:r="http://schemas.openxmlformats.org/officeDocument/2006/relationships" id="2147483653" r:id="Ra96bbc5d8d9949c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a607effc84edd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Table 3"/>
          <p:cNvGraphicFramePr/>
          <p:nvPr/>
        </p:nvGraphicFramePr>
        <p:xfrm>
          <a:off x="838200" y="914400"/>
          <a:ext cx="9144000" cy="741680"/>
        </p:xfrm>
        <a:graphic>
          <a:graphicData uri="http://schemas.openxmlformats.org/drawingml/2006/table">
            <a:tbl>
              <a:tblPr firstRow="1" bandRow="1"/>
              <a:tblGrid>
                <a:gridCol w="4572000"/>
                <a:gridCol w="457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