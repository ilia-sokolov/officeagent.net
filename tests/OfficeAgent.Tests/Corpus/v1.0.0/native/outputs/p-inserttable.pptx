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3eb0d4df83f419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7b684179f394c07"/>
  </p:sldMasterIdLst>
  <p:sldIdLst>
    <p:sldId xmlns:r="http://schemas.openxmlformats.org/officeDocument/2006/relationships" id="256" r:id="R6235b50e616d4e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684179f394c07" /><Relationship Type="http://schemas.openxmlformats.org/officeDocument/2006/relationships/slide" Target="/ppt/slides/slide1.xml" Id="R6235b50e616d4e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141841640454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b5f930672d4d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9518b8caab4b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c5f65128e4da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fa3fb4068c4a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5cb086e893ed4c73" /><Relationship Type="http://schemas.openxmlformats.org/officeDocument/2006/relationships/slideLayout" Target="/ppt/slideLayouts/slideLayout1.xml" Id="Rf514c5811c644e55" /><Relationship Type="http://schemas.openxmlformats.org/officeDocument/2006/relationships/slideLayout" Target="/ppt/slideLayouts/slideLayout2.xml" Id="Rfe73d59c5ce14e2c" /><Relationship Type="http://schemas.openxmlformats.org/officeDocument/2006/relationships/slideLayout" Target="/ppt/slideLayouts/slideLayout3.xml" Id="R1f62dbcc8d1c4759" /><Relationship Type="http://schemas.openxmlformats.org/officeDocument/2006/relationships/slideLayout" Target="/ppt/slideLayouts/slideLayout4.xml" Id="Rb940e2903a424734" /><Relationship Type="http://schemas.openxmlformats.org/officeDocument/2006/relationships/slideLayout" Target="/ppt/slideLayouts/slideLayout5.xml" Id="Rb6af0cbe56aa4ca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14c5811c644e55"/>
    <p:sldLayoutId xmlns:r="http://schemas.openxmlformats.org/officeDocument/2006/relationships" id="2147483650" r:id="Rfe73d59c5ce14e2c"/>
    <p:sldLayoutId xmlns:r="http://schemas.openxmlformats.org/officeDocument/2006/relationships" id="2147483651" r:id="R1f62dbcc8d1c4759"/>
    <p:sldLayoutId xmlns:r="http://schemas.openxmlformats.org/officeDocument/2006/relationships" id="2147483652" r:id="Rb940e2903a424734"/>
    <p:sldLayoutId xmlns:r="http://schemas.openxmlformats.org/officeDocument/2006/relationships" id="2147483653" r:id="Rb6af0cbe56aa4ca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71600940c4888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Table 3"/>
          <p:cNvGraphicFramePr/>
          <p:nvPr/>
        </p:nvGraphicFramePr>
        <p:xfrm>
          <a:off x="838200" y="914400"/>
          <a:ext cx="9144000" cy="741680"/>
        </p:xfrm>
        <a:graphic>
          <a:graphicData uri="http://schemas.openxmlformats.org/drawingml/2006/table">
            <a:tbl>
              <a:tblPr firstRow="1" bandRow="1"/>
              <a:tblGrid>
                <a:gridCol w="4572000"/>
                <a:gridCol w="4572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Q1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