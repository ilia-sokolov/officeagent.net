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86d9bcb93d924584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3571ef19ffac408f"/>
  </p:sldMasterIdLst>
  <p:sldIdLst>
    <p:sldId xmlns:r="http://schemas.openxmlformats.org/officeDocument/2006/relationships" id="256" r:id="R8bd61e1dc91b42b0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71ef19ffac408f" /><Relationship Type="http://schemas.openxmlformats.org/officeDocument/2006/relationships/slide" Target="/ppt/slides/slide1.xml" Id="R8bd61e1dc91b42b0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d5666db84a4442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a33295d8564f7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f3cb0cbe384dc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06774fa66f4ab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53f20db01f4cea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a="http://schemas.openxmlformats.org/drawingml/2006/main"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a="http://schemas.openxmlformats.org/drawingml/2006/main"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a="http://schemas.openxmlformats.org/drawingml/2006/main"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92411c1431934eaa" /><Relationship Type="http://schemas.openxmlformats.org/officeDocument/2006/relationships/slideLayout" Target="/ppt/slideLayouts/slideLayout1.xml" Id="Rc7cc40fed78441b0" /><Relationship Type="http://schemas.openxmlformats.org/officeDocument/2006/relationships/slideLayout" Target="/ppt/slideLayouts/slideLayout2.xml" Id="R50778fa9ffb346ce" /><Relationship Type="http://schemas.openxmlformats.org/officeDocument/2006/relationships/slideLayout" Target="/ppt/slideLayouts/slideLayout3.xml" Id="Rbab7dd55de19412b" /><Relationship Type="http://schemas.openxmlformats.org/officeDocument/2006/relationships/slideLayout" Target="/ppt/slideLayouts/slideLayout4.xml" Id="R02f59eb4248a4ca6" /><Relationship Type="http://schemas.openxmlformats.org/officeDocument/2006/relationships/slideLayout" Target="/ppt/slideLayouts/slideLayout5.xml" Id="R9e8eb23b4ca24bf0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7cc40fed78441b0"/>
    <p:sldLayoutId xmlns:r="http://schemas.openxmlformats.org/officeDocument/2006/relationships" id="2147483650" r:id="R50778fa9ffb346ce"/>
    <p:sldLayoutId xmlns:r="http://schemas.openxmlformats.org/officeDocument/2006/relationships" id="2147483651" r:id="Rbab7dd55de19412b"/>
    <p:sldLayoutId xmlns:r="http://schemas.openxmlformats.org/officeDocument/2006/relationships" id="2147483652" r:id="R02f59eb4248a4ca6"/>
    <p:sldLayoutId xmlns:r="http://schemas.openxmlformats.org/officeDocument/2006/relationships" id="2147483653" r:id="R9e8eb23b4ca24bf0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807f111bf14a26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graphicFrame>
        <p:nvGraphicFramePr>
          <p:cNvPr id="3" name="Table 3"/>
          <p:cNvGraphicFramePr/>
          <p:nvPr/>
        </p:nvGraphicFramePr>
        <p:xfrm>
          <a:off x="838200" y="914400"/>
          <a:ext cx="9144000" cy="741680"/>
        </p:xfrm>
        <a:graphic>
          <a:graphicData uri="http://schemas.openxmlformats.org/drawingml/2006/table">
            <a:tbl>
              <a:tblPr firstRow="1" bandRow="1"/>
              <a:tblGrid>
                <a:gridCol w="4572000"/>
                <a:gridCol w="45720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Q1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EMEA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41850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</p:sld>
</file>