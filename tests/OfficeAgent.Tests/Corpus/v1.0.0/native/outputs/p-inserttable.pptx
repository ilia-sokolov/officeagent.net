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a32e488a9ad4ae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16440d68ab64666"/>
  </p:sldMasterIdLst>
  <p:sldIdLst>
    <p:sldId xmlns:r="http://schemas.openxmlformats.org/officeDocument/2006/relationships" id="256" r:id="R22618ed32a004f8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6440d68ab64666" /><Relationship Type="http://schemas.openxmlformats.org/officeDocument/2006/relationships/slide" Target="/ppt/slides/slide1.xml" Id="R22618ed32a004f8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c6daa608984c5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fbdf06294e4ef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f858f0b370409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0ad77074d64f2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0ff112ac12462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8af48b965a214f6a" /><Relationship Type="http://schemas.openxmlformats.org/officeDocument/2006/relationships/slideLayout" Target="/ppt/slideLayouts/slideLayout1.xml" Id="Rac9e79c6401749bb" /><Relationship Type="http://schemas.openxmlformats.org/officeDocument/2006/relationships/slideLayout" Target="/ppt/slideLayouts/slideLayout2.xml" Id="R7fabeaa8993c4cb2" /><Relationship Type="http://schemas.openxmlformats.org/officeDocument/2006/relationships/slideLayout" Target="/ppt/slideLayouts/slideLayout3.xml" Id="R7609d00c6fd54429" /><Relationship Type="http://schemas.openxmlformats.org/officeDocument/2006/relationships/slideLayout" Target="/ppt/slideLayouts/slideLayout4.xml" Id="R93342eeaa1b247ef" /><Relationship Type="http://schemas.openxmlformats.org/officeDocument/2006/relationships/slideLayout" Target="/ppt/slideLayouts/slideLayout5.xml" Id="Rcbe91dcdfa024b9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9e79c6401749bb"/>
    <p:sldLayoutId xmlns:r="http://schemas.openxmlformats.org/officeDocument/2006/relationships" id="2147483650" r:id="R7fabeaa8993c4cb2"/>
    <p:sldLayoutId xmlns:r="http://schemas.openxmlformats.org/officeDocument/2006/relationships" id="2147483651" r:id="R7609d00c6fd54429"/>
    <p:sldLayoutId xmlns:r="http://schemas.openxmlformats.org/officeDocument/2006/relationships" id="2147483652" r:id="R93342eeaa1b247ef"/>
    <p:sldLayoutId xmlns:r="http://schemas.openxmlformats.org/officeDocument/2006/relationships" id="2147483653" r:id="Rcbe91dcdfa024b9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e63b750f64352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3" name="Table 3"/>
          <p:cNvGraphicFramePr/>
          <p:nvPr/>
        </p:nvGraphicFramePr>
        <p:xfrm>
          <a:off x="838200" y="914400"/>
          <a:ext cx="9144000" cy="741680"/>
        </p:xfrm>
        <a:graphic>
          <a:graphicData uri="http://schemas.openxmlformats.org/drawingml/2006/table">
            <a:tbl>
              <a:tblPr firstRow="1" bandRow="1"/>
              <a:tblGrid>
                <a:gridCol w="4572000"/>
                <a:gridCol w="4572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Q1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