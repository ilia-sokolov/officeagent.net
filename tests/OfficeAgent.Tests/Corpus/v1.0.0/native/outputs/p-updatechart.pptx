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03f2b608f7044c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b36592b17aa4c56"/>
  </p:sldMasterIdLst>
  <p:sldIdLst>
    <p:sldId xmlns:r="http://schemas.openxmlformats.org/officeDocument/2006/relationships" id="256" r:id="Re19dbcec5b64496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6592b17aa4c56" /><Relationship Type="http://schemas.openxmlformats.org/officeDocument/2006/relationships/slide" Target="/ppt/slides/slide1.xml" Id="Re19dbcec5b644967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28c557f39944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31e1d11e8947d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3260765c4b42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8aacac6922410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e11a63885a44d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f4d90aa76c054820" /><Relationship Type="http://schemas.openxmlformats.org/officeDocument/2006/relationships/slideLayout" Target="/ppt/slideLayouts/slideLayout1.xml" Id="R316aa3c49d194f47" /><Relationship Type="http://schemas.openxmlformats.org/officeDocument/2006/relationships/slideLayout" Target="/ppt/slideLayouts/slideLayout2.xml" Id="R7b5093a2945d4305" /><Relationship Type="http://schemas.openxmlformats.org/officeDocument/2006/relationships/slideLayout" Target="/ppt/slideLayouts/slideLayout3.xml" Id="R45ff2bbac08c485f" /><Relationship Type="http://schemas.openxmlformats.org/officeDocument/2006/relationships/slideLayout" Target="/ppt/slideLayouts/slideLayout4.xml" Id="R50e51dad025f46e7" /><Relationship Type="http://schemas.openxmlformats.org/officeDocument/2006/relationships/slideLayout" Target="/ppt/slideLayouts/slideLayout5.xml" Id="Rc1cf2a812f9e4ec9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6aa3c49d194f47"/>
    <p:sldLayoutId xmlns:r="http://schemas.openxmlformats.org/officeDocument/2006/relationships" id="2147483650" r:id="R7b5093a2945d4305"/>
    <p:sldLayoutId xmlns:r="http://schemas.openxmlformats.org/officeDocument/2006/relationships" id="2147483651" r:id="R45ff2bbac08c485f"/>
    <p:sldLayoutId xmlns:r="http://schemas.openxmlformats.org/officeDocument/2006/relationships" id="2147483652" r:id="R50e51dad025f46e7"/>
    <p:sldLayoutId xmlns:r="http://schemas.openxmlformats.org/officeDocument/2006/relationships" id="2147483653" r:id="Rc1cf2a812f9e4ec9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ec8c2342574e1b" /><Relationship Type="http://schemas.openxmlformats.org/officeDocument/2006/relationships/chart" Target="/ppt/slides/charts/chart1.xml" Id="R36127ab0d92b4b97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3aa6009dd7a944de" /></Relationships>
</file>

<file path=ppt/slides/charts/chart1.xml><?xml version="1.0" encoding="utf-8"?>
<c:chartSpace xmlns:c="http://schemas.openxmlformats.org/drawingml/2006/chart">
  <c:lang val="en-US"/>
  <c:chart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New</c:v>
                </c:pt>
              </c:strCache>
            </c:strRef>
          </c:tx>
          <c:marker>
            <c:symbol val="circle"/>
          </c:marker>
          <c:cat>
            <c:strRef>
              <c:f>ChartData!$A$2:$A$3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ChartData!$B$2:$B$3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3aa6009dd7a944de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Updated chart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36127ab0d92b4b97"/>
          </a:graphicData>
        </a:graphic>
      </p:graphicFrame>
    </p:spTree>
  </p:cSld>
</p:sld>
</file>