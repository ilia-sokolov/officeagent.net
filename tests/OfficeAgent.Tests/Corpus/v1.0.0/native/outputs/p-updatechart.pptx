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3f85f8ee1eb494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35454fca18a4385"/>
  </p:sldMasterIdLst>
  <p:sldIdLst>
    <p:sldId xmlns:r="http://schemas.openxmlformats.org/officeDocument/2006/relationships" id="256" r:id="R69c91fc9e3c2476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5454fca18a4385" /><Relationship Type="http://schemas.openxmlformats.org/officeDocument/2006/relationships/slide" Target="/ppt/slides/slide1.xml" Id="R69c91fc9e3c2476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1f29698e00497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e50f644d8f414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ca03283215438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bdedd211c2402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0235c2a78848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03846ed677e744c5" /><Relationship Type="http://schemas.openxmlformats.org/officeDocument/2006/relationships/slideLayout" Target="/ppt/slideLayouts/slideLayout1.xml" Id="Rc410313673eb4863" /><Relationship Type="http://schemas.openxmlformats.org/officeDocument/2006/relationships/slideLayout" Target="/ppt/slideLayouts/slideLayout2.xml" Id="R7d9586aed7f24a4c" /><Relationship Type="http://schemas.openxmlformats.org/officeDocument/2006/relationships/slideLayout" Target="/ppt/slideLayouts/slideLayout3.xml" Id="Rd65691fc91b84ec3" /><Relationship Type="http://schemas.openxmlformats.org/officeDocument/2006/relationships/slideLayout" Target="/ppt/slideLayouts/slideLayout4.xml" Id="Rfbfff30c31a244a3" /><Relationship Type="http://schemas.openxmlformats.org/officeDocument/2006/relationships/slideLayout" Target="/ppt/slideLayouts/slideLayout5.xml" Id="R80277943fbb64da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10313673eb4863"/>
    <p:sldLayoutId xmlns:r="http://schemas.openxmlformats.org/officeDocument/2006/relationships" id="2147483650" r:id="R7d9586aed7f24a4c"/>
    <p:sldLayoutId xmlns:r="http://schemas.openxmlformats.org/officeDocument/2006/relationships" id="2147483651" r:id="Rd65691fc91b84ec3"/>
    <p:sldLayoutId xmlns:r="http://schemas.openxmlformats.org/officeDocument/2006/relationships" id="2147483652" r:id="Rfbfff30c31a244a3"/>
    <p:sldLayoutId xmlns:r="http://schemas.openxmlformats.org/officeDocument/2006/relationships" id="2147483653" r:id="R80277943fbb64daf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48c57a09824d62" /><Relationship Type="http://schemas.openxmlformats.org/officeDocument/2006/relationships/chart" Target="/ppt/slides/charts/chart1.xml" Id="R650f389e88fc4302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89aa17fd91924745" /></Relationships>
</file>

<file path=ppt/slides/charts/chart1.xml><?xml version="1.0" encoding="utf-8"?>
<c:chartSpace xmlns:c="http://schemas.openxmlformats.org/drawingml/2006/chart">
  <c:lang val="en-US"/>
  <c:chart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New</c:v>
                </c:pt>
              </c:strCache>
            </c:strRef>
          </c:tx>
          <c:marker>
            <c:symbol val="circle"/>
          </c:marker>
          <c:cat>
            <c:strRef>
              <c:f>ChartData!$A$2:$A$3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ChartData!$B$2:$B$3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89aa17fd91924745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OfficeAgent Chart 3" descr="Updated chart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650f389e88fc4302"/>
          </a:graphicData>
        </a:graphic>
      </p:graphicFrame>
    </p:spTree>
  </p:cSld>
</p:sld>
</file>