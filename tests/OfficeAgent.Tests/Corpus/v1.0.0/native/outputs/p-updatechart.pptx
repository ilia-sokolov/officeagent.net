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application/vnd.openxmlformats-officedocument.spreadsheetml.sheet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9651908bd5e478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82c43903bcd84b03"/>
  </p:sldMasterIdLst>
  <p:sldIdLst>
    <p:sldId xmlns:r="http://schemas.openxmlformats.org/officeDocument/2006/relationships" id="256" r:id="Rb77733694a3248a4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43903bcd84b03" /><Relationship Type="http://schemas.openxmlformats.org/officeDocument/2006/relationships/slide" Target="/ppt/slides/slide1.xml" Id="Rb77733694a3248a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a27cf0bad4b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db6f48b794c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bac2183adf47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6a1c9f263646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f0740bb084f8c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8d2bf36e90a84753" /><Relationship Type="http://schemas.openxmlformats.org/officeDocument/2006/relationships/slideLayout" Target="/ppt/slideLayouts/slideLayout1.xml" Id="Ra9f05f878b854b45" /><Relationship Type="http://schemas.openxmlformats.org/officeDocument/2006/relationships/slideLayout" Target="/ppt/slideLayouts/slideLayout2.xml" Id="R058f966d00bd4fe3" /><Relationship Type="http://schemas.openxmlformats.org/officeDocument/2006/relationships/slideLayout" Target="/ppt/slideLayouts/slideLayout3.xml" Id="R8888beb8c0a64219" /><Relationship Type="http://schemas.openxmlformats.org/officeDocument/2006/relationships/slideLayout" Target="/ppt/slideLayouts/slideLayout4.xml" Id="R840911e3e80d4179" /><Relationship Type="http://schemas.openxmlformats.org/officeDocument/2006/relationships/slideLayout" Target="/ppt/slideLayouts/slideLayout5.xml" Id="Ra0e88e1074754611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f05f878b854b45"/>
    <p:sldLayoutId xmlns:r="http://schemas.openxmlformats.org/officeDocument/2006/relationships" id="2147483650" r:id="R058f966d00bd4fe3"/>
    <p:sldLayoutId xmlns:r="http://schemas.openxmlformats.org/officeDocument/2006/relationships" id="2147483651" r:id="R8888beb8c0a64219"/>
    <p:sldLayoutId xmlns:r="http://schemas.openxmlformats.org/officeDocument/2006/relationships" id="2147483652" r:id="R840911e3e80d4179"/>
    <p:sldLayoutId xmlns:r="http://schemas.openxmlformats.org/officeDocument/2006/relationships" id="2147483653" r:id="Ra0e88e1074754611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15084ac8540e4" /><Relationship Type="http://schemas.openxmlformats.org/officeDocument/2006/relationships/chart" Target="/ppt/slides/charts/chart1.xml" Id="R66618260e4804fa6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2.bin" Id="R4133d6ee3ebc4294" /></Relationships>
</file>

<file path=ppt/slides/charts/chart1.xml><?xml version="1.0" encoding="utf-8"?>
<c:chartSpace xmlns:c="http://schemas.openxmlformats.org/drawingml/2006/chart">
  <c:lang val="en-US"/>
  <c:chart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New</c:v>
                </c:pt>
              </c:strCache>
            </c:strRef>
          </c:tx>
          <c:marker>
            <c:symbol val="circle"/>
          </c:marker>
          <c:cat>
            <c:strRef>
              <c:f>ChartData!$A$2:$A$3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ChartData!$B$2:$B$3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majorGridlines/>
        <c:numFmt formatCode="General" sourceLinked="1"/>
        <c:tickLblPos val="nextTo"/>
        <c:crossAx val="4865011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</c:chart>
  <c:externalData xmlns:r="http://schemas.openxmlformats.org/officeDocument/2006/relationships" r:id="R4133d6ee3ebc4294">
    <c:autoUpdate val="0"/>
  </c:externalData>
</c:chartSpace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3" name="OfficeAgent Chart 3" descr="Updated chart"/>
          <p:cNvGraphicFramePr>
            <a:graphicFrameLocks noGrp="1"/>
          </p:cNvGraphicFramePr>
          <p:nvPr/>
        </p:nvGraphicFramePr>
        <p:xfrm>
          <a:off x="762000" y="1143000"/>
          <a:ext cx="6096000" cy="3429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66618260e4804fa6"/>
          </a:graphicData>
        </a:graphic>
      </p:graphicFrame>
    </p:spTree>
  </p:cSld>
</p:sld>
</file>