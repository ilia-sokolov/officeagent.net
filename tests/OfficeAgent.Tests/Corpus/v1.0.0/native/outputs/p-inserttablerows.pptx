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23135a0504d4b6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1d362e6897d5430e"/>
  </p:sldMasterIdLst>
  <p:sldIdLst>
    <p:sldId xmlns:r="http://schemas.openxmlformats.org/officeDocument/2006/relationships" id="256" r:id="R8779f474c8f7467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362e6897d5430e" /><Relationship Type="http://schemas.openxmlformats.org/officeDocument/2006/relationships/slide" Target="/ppt/slides/slide1.xml" Id="R8779f474c8f7467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560dab1c524afe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fb10e176284e6c" /><Relationship Type="http://schemas.openxmlformats.org/officeDocument/2006/relationships/theme" Target="/ppt/slideMasters/theme/theme1.xml" Id="R8180e34c5dc74d6f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fb10e176284e6c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557265567441ad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  <a:gridCol w="1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Revenue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41850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APAC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