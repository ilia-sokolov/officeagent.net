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Masters/theme/theme1.xml" ContentType="application/vnd.openxmlformats-officedocument.theme+xml"/>
  <Override PartName="/ppt/slides/slide1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cd80e809aba5436a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3a22c2c4d2d34e38"/>
  </p:sldMasterIdLst>
  <p:sldIdLst>
    <p:sldId xmlns:r="http://schemas.openxmlformats.org/officeDocument/2006/relationships" id="256" r:id="R8654a305b9f540ed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22c2c4d2d34e38" /><Relationship Type="http://schemas.openxmlformats.org/officeDocument/2006/relationships/slide" Target="/ppt/slides/slide1.xml" Id="R8654a305b9f540ed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83382836f454c20" /></Relationships>
</file>

<file path=ppt/slideLayouts/slideLayout1.xml><?xml version="1.0" encoding="utf-8"?>
<p:sldLayout xmlns:p="http://schemas.openxmlformats.org/presentationml/2006/main" type="title">
  <p:cSld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b85685c8064a9a" /><Relationship Type="http://schemas.openxmlformats.org/officeDocument/2006/relationships/theme" Target="/ppt/slideMasters/theme/theme1.xml" Id="R17b0f13ba9574bf2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9b85685c8064a9a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bc2ce7fe7f4c98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Quarterly Review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mlns:a="http://schemas.openxmlformats.org/drawingml/2006/main" x="0" y="0"/>
          <a:ext xmlns:a="http://schemas.openxmlformats.org/drawingml/2006/main" cx="6000000" cy="100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3000000"/>
                <a:gridCol w="10000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Region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Revenue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EMEA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41850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APAC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</p:sld>
</file>