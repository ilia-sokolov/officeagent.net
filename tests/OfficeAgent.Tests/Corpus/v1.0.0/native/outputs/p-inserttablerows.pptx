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Masters/theme/theme1.xml" ContentType="application/vnd.openxmlformats-officedocument.theme+xml"/>
  <Override PartName="/ppt/slides/slide1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44012dd1f68b4a51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b7ef1c05816b4b6b"/>
  </p:sldMasterIdLst>
  <p:sldIdLst>
    <p:sldId xmlns:r="http://schemas.openxmlformats.org/officeDocument/2006/relationships" id="256" r:id="R379c205b586241ec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7ef1c05816b4b6b" /><Relationship Type="http://schemas.openxmlformats.org/officeDocument/2006/relationships/slide" Target="/ppt/slides/slide1.xml" Id="R379c205b586241ec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0a65a4706134ad3" /></Relationships>
</file>

<file path=ppt/slideLayouts/slideLayout1.xml><?xml version="1.0" encoding="utf-8"?>
<p:sldLayout xmlns:a="http://schemas.openxmlformats.org/drawingml/2006/main" xmlns:p="http://schemas.openxmlformats.org/presentationml/2006/main" type="title">
  <p:cSld>
    <p:spTree>
      <p:nvGrpSpPr>
        <p:cNvPr id="1" name=""/>
        <p:cNvGrpSpPr/>
        <p:nvPr/>
      </p:nvGrpSpPr>
      <p:grpSpPr/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e47ff84d2294750" /><Relationship Type="http://schemas.openxmlformats.org/officeDocument/2006/relationships/theme" Target="/ppt/slideMasters/theme/theme1.xml" Id="Rfd1132ecc41748a1" /></Relationships>
</file>

<file path=ppt/slideMasters/slideMaster1.xml><?xml version="1.0" encoding="utf-8"?>
<p:sldMaster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e47ff84d2294750"/>
  </p:sldLayoutIdLst>
</p:sldMaster>
</file>

<file path=ppt/slideMasters/theme/theme1.xml><?xml version="1.0" encoding="utf-8"?>
<a:theme xmlns:a="http://schemas.openxmlformats.org/drawingml/2006/main" name="Office Theme">
  <a:themeElements>
    <a:clrScheme name="Office">
      <a:dk1>
        <a:sysClr val="windowText"/>
      </a:dk1>
      <a:lt1>
        <a:sysClr val="window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1a4027e235345a3" /></Relationships>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2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dirty="0"/>
              <a:t>Quarterly Review</a:t>
            </a:r>
          </a:p>
        </p:txBody>
      </p:sp>
      <p:graphicFrame>
        <p:nvGraphicFramePr>
          <p:cNvPr id="3" name="Table 3"/>
          <p:cNvGraphicFramePr/>
          <p:nvPr/>
        </p:nvGraphicFramePr>
        <p:xfrm>
          <a:off xmlns:a="http://schemas.openxmlformats.org/drawingml/2006/main" x="0" y="0"/>
          <a:ext xmlns:a="http://schemas.openxmlformats.org/drawingml/2006/main" cx="6000000" cy="100000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3000000"/>
                <a:gridCol w="1000000"/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Region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Revenue</a:t>
                      </a: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EMEA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41850</a:t>
                      </a: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APAC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</p:sld>
</file>