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Masters/theme/theme1.xml" ContentType="application/vnd.openxmlformats-officedocument.theme+xml"/>
  <Override PartName="/ppt/slides/slide1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5ca51cc9617e4d00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7f29f0e962de4a85"/>
  </p:sldMasterIdLst>
  <p:sldIdLst>
    <p:sldId xmlns:r="http://schemas.openxmlformats.org/officeDocument/2006/relationships" id="256" r:id="Re74a715d688a4c33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f29f0e962de4a85" /><Relationship Type="http://schemas.openxmlformats.org/officeDocument/2006/relationships/slide" Target="/ppt/slides/slide1.xml" Id="Re74a715d688a4c33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b558003f52e40a2" /></Relationships>
</file>

<file path=ppt/slideLayouts/slideLayout1.xml><?xml version="1.0" encoding="utf-8"?>
<p:sldLayout xmlns:p="http://schemas.openxmlformats.org/presentationml/2006/main" type="title">
  <p:cSld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a5c01d87d74ec3" /><Relationship Type="http://schemas.openxmlformats.org/officeDocument/2006/relationships/theme" Target="/ppt/slideMasters/theme/theme1.xml" Id="Rf8a70e2226fc4892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7a5c01d87d74ec3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e857e5627c4791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Quarterly Review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mlns:a="http://schemas.openxmlformats.org/drawingml/2006/main" x="0" y="0"/>
          <a:ext xmlns:a="http://schemas.openxmlformats.org/drawingml/2006/main" cx="6000000" cy="100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3000000"/>
                <a:gridCol w="10000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Region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Revenue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EMEA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41850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APAC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</p:sld>
</file>