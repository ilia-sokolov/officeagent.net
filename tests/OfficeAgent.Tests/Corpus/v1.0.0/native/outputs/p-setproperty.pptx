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smdcp" ContentType="application/vnd.openxmlformats-package.core-properti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c2e96722bef4e33" /><Relationship Type="http://schemas.openxmlformats.org/package/2006/relationships/metadata/core-properties" Target="/package/services/metadata/core-properties/6d5bb5ae15154b799fcc5e948e33e8f8.psmdcp" Id="R5688ff79f579459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48e00f483bb433e"/>
  </p:sldMasterIdLst>
  <p:sldIdLst>
    <p:sldId xmlns:r="http://schemas.openxmlformats.org/officeDocument/2006/relationships" id="256" r:id="R87d02d1b8a45462b"/>
    <p:sldId xmlns:r="http://schemas.openxmlformats.org/officeDocument/2006/relationships" id="257" r:id="Ra7f229672bfa47f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e00f483bb433e" /><Relationship Type="http://schemas.openxmlformats.org/officeDocument/2006/relationships/slide" Target="/ppt/slides/slide1.xml" Id="R87d02d1b8a45462b" /><Relationship Type="http://schemas.openxmlformats.org/officeDocument/2006/relationships/slide" Target="/ppt/slides/slide2.xml" Id="Ra7f229672bfa47f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77d036c544f45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9c208ec184fd4" /><Relationship Type="http://schemas.openxmlformats.org/officeDocument/2006/relationships/theme" Target="/ppt/slideMasters/theme/theme1.xml" Id="R05931e0dc4b543a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a9c208ec184fd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0cea4f2db42a489b" /><Relationship Type="http://schemas.openxmlformats.org/officeDocument/2006/relationships/slideLayout" Target="/ppt/slideLayouts/slideLayout1.xml" Id="R5f42a4aa1f4149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eb55415de4de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