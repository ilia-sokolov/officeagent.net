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Relationship Type="http://schemas.openxmlformats.org/officeDocument/2006/relationships/image" Target="/ppt/media/image.png" Id="Ra4ca564a98314c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blipFill>
          <a:blip xmlns:r="http://schemas.openxmlformats.org/officeDocument/2006/relationships" r:embed="Ra4ca564a98314cd6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