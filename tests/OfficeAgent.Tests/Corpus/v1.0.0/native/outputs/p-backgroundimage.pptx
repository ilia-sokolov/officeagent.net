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f392cddc0ff489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9ea42d7792f4fce"/>
  </p:sldMasterIdLst>
  <p:sldIdLst>
    <p:sldId xmlns:r="http://schemas.openxmlformats.org/officeDocument/2006/relationships" id="256" r:id="Re8f8b33240c44f82"/>
    <p:sldId xmlns:r="http://schemas.openxmlformats.org/officeDocument/2006/relationships" id="257" r:id="Rd845e2983dac4c9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a42d7792f4fce" /><Relationship Type="http://schemas.openxmlformats.org/officeDocument/2006/relationships/slide" Target="/ppt/slides/slide1.xml" Id="Re8f8b33240c44f82" /><Relationship Type="http://schemas.openxmlformats.org/officeDocument/2006/relationships/slide" Target="/ppt/slides/slide2.xml" Id="Rd845e2983dac4c97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5bee2914a41b2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2a673ac9a49f7" /><Relationship Type="http://schemas.openxmlformats.org/officeDocument/2006/relationships/theme" Target="/ppt/slideMasters/theme/theme1.xml" Id="Rd4bc2c14defa4a5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b2a673ac9a49f7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4326084eb2a346c5" /><Relationship Type="http://schemas.openxmlformats.org/officeDocument/2006/relationships/slideLayout" Target="/ppt/slideLayouts/slideLayout1.xml" Id="R4470a44222ab46fe" /><Relationship Type="http://schemas.openxmlformats.org/officeDocument/2006/relationships/image" Target="/ppt/media/image.png" Id="Re10b822ad2fc45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0469424ba437c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blipFill>
          <a:blip xmlns:r="http://schemas.openxmlformats.org/officeDocument/2006/relationships" r:embed="Re10b822ad2fc454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