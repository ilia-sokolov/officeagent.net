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8eb2add9b314283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c61e8050960d43a3"/>
  </p:sldMasterIdLst>
  <p:sldIdLst>
    <p:sldId xmlns:r="http://schemas.openxmlformats.org/officeDocument/2006/relationships" id="256" r:id="R38fe1680ffa34d21"/>
    <p:sldId xmlns:r="http://schemas.openxmlformats.org/officeDocument/2006/relationships" id="257" r:id="Rdb85e52a643449eb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1e8050960d43a3" /><Relationship Type="http://schemas.openxmlformats.org/officeDocument/2006/relationships/slide" Target="/ppt/slides/slide1.xml" Id="R38fe1680ffa34d21" /><Relationship Type="http://schemas.openxmlformats.org/officeDocument/2006/relationships/slide" Target="/ppt/slides/slide2.xml" Id="Rdb85e52a643449eb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9eb7797045493a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8ca5f3f58e4370" /><Relationship Type="http://schemas.openxmlformats.org/officeDocument/2006/relationships/theme" Target="/ppt/slideMasters/theme/theme1.xml" Id="Rf364c38da4544157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c8ca5f3f58e4370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3d83c66bd0d54c4d" /><Relationship Type="http://schemas.openxmlformats.org/officeDocument/2006/relationships/slideLayout" Target="/ppt/slideLayouts/slideLayout1.xml" Id="R7f8fbb961b884ce2" /><Relationship Type="http://schemas.openxmlformats.org/officeDocument/2006/relationships/image" Target="/ppt/media/image.png" Id="R530a885eff2a4fa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a5ca4e319c4757" 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blipFill>
          <a:blip xmlns:r="http://schemas.openxmlformats.org/officeDocument/2006/relationships" r:embed="R530a885eff2a4fa5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