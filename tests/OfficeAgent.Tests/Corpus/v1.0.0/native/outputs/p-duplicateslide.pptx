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9" r:id="R9f8f6e69109642e5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Relationship Type="http://schemas.openxmlformats.org/officeDocument/2006/relationships/slide" Target="/ppt/slides/slide4.xml" Id="R9f8f6e69109642e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