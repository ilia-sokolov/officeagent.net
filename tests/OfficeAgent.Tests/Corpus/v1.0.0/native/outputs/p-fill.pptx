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0179927dcf7a481e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9e5fe4e9c73f4f2e"/>
  </p:sldMasterIdLst>
  <p:sldIdLst>
    <p:sldId xmlns:r="http://schemas.openxmlformats.org/officeDocument/2006/relationships" id="256" r:id="Rdfb1aa099f8441ad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5fe4e9c73f4f2e" /><Relationship Type="http://schemas.openxmlformats.org/officeDocument/2006/relationships/slide" Target="/ppt/slides/slide1.xml" Id="Rdfb1aa099f8441ad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c2304ff73b4bf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0e285c4b3244c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61f2d0f810466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e8f7c6cf2244b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6fa9923cab4183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efcf9c2538014365" /><Relationship Type="http://schemas.openxmlformats.org/officeDocument/2006/relationships/slideLayout" Target="/ppt/slideLayouts/slideLayout1.xml" Id="Rd032c6ad717e4d07" /><Relationship Type="http://schemas.openxmlformats.org/officeDocument/2006/relationships/slideLayout" Target="/ppt/slideLayouts/slideLayout2.xml" Id="R3987e589bede448c" /><Relationship Type="http://schemas.openxmlformats.org/officeDocument/2006/relationships/slideLayout" Target="/ppt/slideLayouts/slideLayout3.xml" Id="R77becffbcb8b471c" /><Relationship Type="http://schemas.openxmlformats.org/officeDocument/2006/relationships/slideLayout" Target="/ppt/slideLayouts/slideLayout4.xml" Id="Rdfe9d9b7b0114506" /><Relationship Type="http://schemas.openxmlformats.org/officeDocument/2006/relationships/slideLayout" Target="/ppt/slideLayouts/slideLayout5.xml" Id="Rfa10357818c8453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32c6ad717e4d07"/>
    <p:sldLayoutId xmlns:r="http://schemas.openxmlformats.org/officeDocument/2006/relationships" id="2147483650" r:id="R3987e589bede448c"/>
    <p:sldLayoutId xmlns:r="http://schemas.openxmlformats.org/officeDocument/2006/relationships" id="2147483651" r:id="R77becffbcb8b471c"/>
    <p:sldLayoutId xmlns:r="http://schemas.openxmlformats.org/officeDocument/2006/relationships" id="2147483652" r:id="Rdfe9d9b7b0114506"/>
    <p:sldLayoutId xmlns:r="http://schemas.openxmlformats.org/officeDocument/2006/relationships" id="2147483653" r:id="Rfa10357818c8453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56cb78e6144870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ClientName"/>
          <p:cNvSpPr>
            <a:spLocks noGrp="1"/>
          </p:cNvSpPr>
          <p:nvPr/>
        </p:nvSpPr>
        <p:spPr>
          <a:xfrm>
            <a:off x="762000" y="1905000"/>
            <a:ext cx="5715000" cy="7620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Northwind Traders Limited</a:t>
            </a:r>
          </a:p>
        </p:txBody>
      </p:sp>
    </p:spTree>
  </p:cSld>
</p:sld>
</file>