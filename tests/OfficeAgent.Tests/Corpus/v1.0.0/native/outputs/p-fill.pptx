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260f9dbb474ec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35535d2586094916"/>
  </p:sldMasterIdLst>
  <p:sldIdLst>
    <p:sldId xmlns:r="http://schemas.openxmlformats.org/officeDocument/2006/relationships" id="256" r:id="Rd4e59246b5014d6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35d2586094916" /><Relationship Type="http://schemas.openxmlformats.org/officeDocument/2006/relationships/slide" Target="/ppt/slides/slide1.xml" Id="Rd4e59246b5014d6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464e0dea64b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2fd02589842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972aa96e94e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f72f8a3c946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197ef80d544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635089721fe4677" /><Relationship Type="http://schemas.openxmlformats.org/officeDocument/2006/relationships/slideLayout" Target="/ppt/slideLayouts/slideLayout1.xml" Id="Rdc451ed89a524378" /><Relationship Type="http://schemas.openxmlformats.org/officeDocument/2006/relationships/slideLayout" Target="/ppt/slideLayouts/slideLayout2.xml" Id="Ra73f31693b084b7f" /><Relationship Type="http://schemas.openxmlformats.org/officeDocument/2006/relationships/slideLayout" Target="/ppt/slideLayouts/slideLayout3.xml" Id="R2da4e0ae3cea43d1" /><Relationship Type="http://schemas.openxmlformats.org/officeDocument/2006/relationships/slideLayout" Target="/ppt/slideLayouts/slideLayout4.xml" Id="Ra3b1742e439243ce" /><Relationship Type="http://schemas.openxmlformats.org/officeDocument/2006/relationships/slideLayout" Target="/ppt/slideLayouts/slideLayout5.xml" Id="Rd633ec9c0bcb436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451ed89a524378"/>
    <p:sldLayoutId xmlns:r="http://schemas.openxmlformats.org/officeDocument/2006/relationships" id="2147483650" r:id="Ra73f31693b084b7f"/>
    <p:sldLayoutId xmlns:r="http://schemas.openxmlformats.org/officeDocument/2006/relationships" id="2147483651" r:id="R2da4e0ae3cea43d1"/>
    <p:sldLayoutId xmlns:r="http://schemas.openxmlformats.org/officeDocument/2006/relationships" id="2147483652" r:id="Ra3b1742e439243ce"/>
    <p:sldLayoutId xmlns:r="http://schemas.openxmlformats.org/officeDocument/2006/relationships" id="2147483653" r:id="Rd633ec9c0bcb436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8a40b5c794d95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lientName"/>
          <p:cNvSpPr>
            <a:spLocks noGrp="1"/>
          </p:cNvSpPr>
          <p:nvPr/>
        </p:nvSpPr>
        <p:spPr>
          <a:xfrm>
            <a:off x="762000" y="1905000"/>
            <a:ext cx="5715000" cy="76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Northwind Traders Limited</a:t>
            </a:r>
          </a:p>
        </p:txBody>
      </p:sp>
    </p:spTree>
  </p:cSld>
</p:sld>
</file>