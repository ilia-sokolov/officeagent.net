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30d0e299a3045a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fe4fc93109d4c5d"/>
  </p:sldMasterIdLst>
  <p:sldIdLst>
    <p:sldId xmlns:r="http://schemas.openxmlformats.org/officeDocument/2006/relationships" id="256" r:id="Rbe56e0802752408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e4fc93109d4c5d" /><Relationship Type="http://schemas.openxmlformats.org/officeDocument/2006/relationships/slide" Target="/ppt/slides/slide1.xml" Id="Rbe56e08027524082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889ae4579742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b42465ae8f4e2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f13ed8e9d145d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8bdc211c6d41f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84ce57c4bd4e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ae212c38214940c1" /><Relationship Type="http://schemas.openxmlformats.org/officeDocument/2006/relationships/slideLayout" Target="/ppt/slideLayouts/slideLayout1.xml" Id="R5084d26df1234c6c" /><Relationship Type="http://schemas.openxmlformats.org/officeDocument/2006/relationships/slideLayout" Target="/ppt/slideLayouts/slideLayout2.xml" Id="R0d820df0e9e041a0" /><Relationship Type="http://schemas.openxmlformats.org/officeDocument/2006/relationships/slideLayout" Target="/ppt/slideLayouts/slideLayout3.xml" Id="Rf68ea96e37bb417f" /><Relationship Type="http://schemas.openxmlformats.org/officeDocument/2006/relationships/slideLayout" Target="/ppt/slideLayouts/slideLayout4.xml" Id="R98f9c4db1bbd4fc1" /><Relationship Type="http://schemas.openxmlformats.org/officeDocument/2006/relationships/slideLayout" Target="/ppt/slideLayouts/slideLayout5.xml" Id="Re31d5ecb24bb433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84d26df1234c6c"/>
    <p:sldLayoutId xmlns:r="http://schemas.openxmlformats.org/officeDocument/2006/relationships" id="2147483650" r:id="R0d820df0e9e041a0"/>
    <p:sldLayoutId xmlns:r="http://schemas.openxmlformats.org/officeDocument/2006/relationships" id="2147483651" r:id="Rf68ea96e37bb417f"/>
    <p:sldLayoutId xmlns:r="http://schemas.openxmlformats.org/officeDocument/2006/relationships" id="2147483652" r:id="R98f9c4db1bbd4fc1"/>
    <p:sldLayoutId xmlns:r="http://schemas.openxmlformats.org/officeDocument/2006/relationships" id="2147483653" r:id="Re31d5ecb24bb433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9b93bbbdf244cc" /><Relationship Type="http://schemas.openxmlformats.org/officeDocument/2006/relationships/chart" Target="/ppt/slides/charts/chart1.xml" Id="Ra0ad216650134e05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0143f55d17e8480e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Bookings by region</a:t>
            </a:r>
          </a:p>
        </c:rich>
      </c:tx>
      <c:layout/>
      <c:overlay val="0"/>
    </c:title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Bookings</c:v>
                </c:pt>
              </c:strCache>
            </c:strRef>
          </c:tx>
          <c:invertIfNegative val="0"/>
          <c:cat>
            <c:strRef>
              <c:f>ChartData!$A$2:$A$3</c:f>
              <c:strCache>
                <c:ptCount val="2"/>
                <c:pt idx="0">
                  <c:v>North</c:v>
                </c:pt>
                <c:pt idx="1">
                  <c:v>South</c:v>
                </c:pt>
              </c:strCache>
            </c:strRef>
          </c:cat>
          <c:val>
            <c:numRef>
              <c:f>ChartData!$B$2:$B$3</c:f>
              <c:numCache>
                <c:formatCode>General</c:formatCode>
                <c:ptCount val="2"/>
                <c:pt idx="0">
                  <c:v>41</c:v>
                </c:pt>
                <c:pt idx="1">
                  <c:v>58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b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0143f55d17e8480e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graphicFrame>
        <p:nvGraphicFramePr>
          <p:cNvPr id="3" name="OfficeAgent Chart 3" descr="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a0ad216650134e05"/>
          </a:graphicData>
        </a:graphic>
      </p:graphicFrame>
    </p:spTree>
  </p:cSld>
</p:sld>
</file>