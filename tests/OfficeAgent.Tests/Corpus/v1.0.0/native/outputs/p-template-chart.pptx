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application/vnd.openxmlformats-officedocument.spreadsheetml.sheet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charts/chart1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3f85f8ee1eb494d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135454fca18a4385"/>
  </p:sldMasterIdLst>
  <p:sldIdLst>
    <p:sldId xmlns:r="http://schemas.openxmlformats.org/officeDocument/2006/relationships" id="256" r:id="R69c91fc9e3c24763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5454fca18a4385" /><Relationship Type="http://schemas.openxmlformats.org/officeDocument/2006/relationships/slide" Target="/ppt/slides/slide1.xml" Id="R69c91fc9e3c24763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1f29698e00497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e50f644d8f414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ca03283215438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bdedd211c2402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0235c2a78848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Subtitle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03846ed677e744c5" /><Relationship Type="http://schemas.openxmlformats.org/officeDocument/2006/relationships/slideLayout" Target="/ppt/slideLayouts/slideLayout1.xml" Id="Rc410313673eb4863" /><Relationship Type="http://schemas.openxmlformats.org/officeDocument/2006/relationships/slideLayout" Target="/ppt/slideLayouts/slideLayout2.xml" Id="R7d9586aed7f24a4c" /><Relationship Type="http://schemas.openxmlformats.org/officeDocument/2006/relationships/slideLayout" Target="/ppt/slideLayouts/slideLayout3.xml" Id="Rd65691fc91b84ec3" /><Relationship Type="http://schemas.openxmlformats.org/officeDocument/2006/relationships/slideLayout" Target="/ppt/slideLayouts/slideLayout4.xml" Id="Rfbfff30c31a244a3" /><Relationship Type="http://schemas.openxmlformats.org/officeDocument/2006/relationships/slideLayout" Target="/ppt/slideLayouts/slideLayout5.xml" Id="R80277943fbb64daf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10313673eb4863"/>
    <p:sldLayoutId xmlns:r="http://schemas.openxmlformats.org/officeDocument/2006/relationships" id="2147483650" r:id="R7d9586aed7f24a4c"/>
    <p:sldLayoutId xmlns:r="http://schemas.openxmlformats.org/officeDocument/2006/relationships" id="2147483651" r:id="Rd65691fc91b84ec3"/>
    <p:sldLayoutId xmlns:r="http://schemas.openxmlformats.org/officeDocument/2006/relationships" id="2147483652" r:id="Rfbfff30c31a244a3"/>
    <p:sldLayoutId xmlns:r="http://schemas.openxmlformats.org/officeDocument/2006/relationships" id="2147483653" r:id="R80277943fbb64daf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8c57a09824d62" /><Relationship Type="http://schemas.openxmlformats.org/officeDocument/2006/relationships/chart" Target="/ppt/slides/charts/chart1.xml" Id="R650f389e88fc4302" /></Relationships>
</file>

<file path=ppt/slides/charts/_rels/chart1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2.bin" Id="R0fa9bd74328f41a2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Bookings by region</a:t>
            </a:r>
          </a:p>
        </c:rich>
      </c:tx>
      <c:layout/>
      <c:overlay val="0"/>
    </c:title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Bookings</c:v>
                </c:pt>
              </c:strCache>
            </c:strRef>
          </c:tx>
          <c:invertIfNegative val="0"/>
          <c:cat>
            <c:strRef>
              <c:f>ChartData!$A$2:$A$3</c:f>
              <c:strCache>
                <c:ptCount val="2"/>
                <c:pt idx="0">
                  <c:v>North</c:v>
                </c:pt>
                <c:pt idx="1">
                  <c:v>South</c:v>
                </c:pt>
              </c:strCache>
            </c:strRef>
          </c:cat>
          <c:val>
            <c:numRef>
              <c:f>ChartData!$B$2:$B$3</c:f>
              <c:numCache>
                <c:formatCode>General</c:formatCode>
                <c:ptCount val="2"/>
                <c:pt idx="0">
                  <c:v>41</c:v>
                </c:pt>
                <c:pt idx="1">
                  <c:v>58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tickLblPos val="nextTo"/>
        <c:crossAx val="48672768"/>
        <c:crosses val="autoZero"/>
        <c:auto val="1"/>
        <c:lblAlgn val="ctr"/>
        <c:lblOffset val="100"/>
      </c:catAx>
      <c:valAx>
        <c:axId val="48672768"/>
        <c:scaling>
          <c:orientation val="minMax"/>
        </c:scaling>
        <c:delete val="0"/>
        <c:axPos val="b"/>
        <c:majorGridlines/>
        <c:numFmt formatCode="General" sourceLinked="1"/>
        <c:tickLblPos val="nextTo"/>
        <c:crossAx val="48650112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</c:chart>
  <c:externalData xmlns:r="http://schemas.openxmlformats.org/officeDocument/2006/relationships" r:id="R0fa9bd74328f41a2">
    <c:autoUpdate val="0"/>
  </c:externalData>
</c:chartSpace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graphicFrame>
        <p:nvGraphicFramePr>
          <p:cNvPr id="3" name="OfficeAgent Chart 3" descr=""/>
          <p:cNvGraphicFramePr>
            <a:graphicFrameLocks noGrp="1"/>
          </p:cNvGraphicFramePr>
          <p:nvPr/>
        </p:nvGraphicFramePr>
        <p:xfrm>
          <a:off x="762000" y="1143000"/>
          <a:ext cx="6096000" cy="3429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650f389e88fc4302"/>
          </a:graphicData>
        </a:graphic>
      </p:graphicFrame>
    </p:spTree>
  </p:cSld>
</p:sld>
</file>