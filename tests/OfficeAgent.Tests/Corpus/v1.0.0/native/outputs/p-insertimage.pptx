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8eb2add9b31428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c61e8050960d43a3"/>
  </p:sldMasterIdLst>
  <p:sldIdLst>
    <p:sldId xmlns:r="http://schemas.openxmlformats.org/officeDocument/2006/relationships" id="256" r:id="R38fe1680ffa34d21"/>
    <p:sldId xmlns:r="http://schemas.openxmlformats.org/officeDocument/2006/relationships" id="257" r:id="Rdb85e52a643449e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e8050960d43a3" /><Relationship Type="http://schemas.openxmlformats.org/officeDocument/2006/relationships/slide" Target="/ppt/slides/slide1.xml" Id="R38fe1680ffa34d21" /><Relationship Type="http://schemas.openxmlformats.org/officeDocument/2006/relationships/slide" Target="/ppt/slides/slide2.xml" Id="Rdb85e52a643449eb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eb7797045493a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ca5f3f58e4370" /><Relationship Type="http://schemas.openxmlformats.org/officeDocument/2006/relationships/theme" Target="/ppt/slideMasters/theme/theme1.xml" Id="Rf364c38da454415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ca5f3f58e4370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3d83c66bd0d54c4d" /><Relationship Type="http://schemas.openxmlformats.org/officeDocument/2006/relationships/slideLayout" Target="/ppt/slideLayouts/slideLayout1.xml" Id="R7f8fbb961b884ce2" /><Relationship Type="http://schemas.openxmlformats.org/officeDocument/2006/relationships/image" Target="/ppt/media/image.png" Id="Rc389b92a91c847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5ca4e319c4757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  <p:pic>
        <p:nvPicPr>
          <p:cNvPr id="4" name="Picture 4" descr=""/>
          <p:cNvPicPr>
            <a:picLocks noChangeAspect="1"/>
          </p:cNvPicPr>
          <p:nvPr/>
        </p:nvPicPr>
        <p:blipFill>
          <a:blip xmlns:r="http://schemas.openxmlformats.org/officeDocument/2006/relationships" r:embed="Rc389b92a91c84770"/>
          <a:stretch>
            <a:fillRect/>
          </a:stretch>
        </p:blipFill>
        <p:spPr>
          <a:xfrm>
            <a:off x="914400" y="914400"/>
            <a:ext cx="1905000" cy="9525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