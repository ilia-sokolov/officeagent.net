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a321dd80494d7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2dda8003dad4ebc"/>
  </p:sldMasterIdLst>
  <p:sldIdLst>
    <p:sldId xmlns:r="http://schemas.openxmlformats.org/officeDocument/2006/relationships" id="256" r:id="R136a454b2bf6418c"/>
    <p:sldId xmlns:r="http://schemas.openxmlformats.org/officeDocument/2006/relationships" id="257" r:id="Rb5897c0c6d8d48c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da8003dad4ebc" /><Relationship Type="http://schemas.openxmlformats.org/officeDocument/2006/relationships/slide" Target="/ppt/slides/slide1.xml" Id="R136a454b2bf6418c" /><Relationship Type="http://schemas.openxmlformats.org/officeDocument/2006/relationships/slide" Target="/ppt/slides/slide2.xml" Id="Rb5897c0c6d8d48c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f082946cf4dc4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6027d2a1249ab" /><Relationship Type="http://schemas.openxmlformats.org/officeDocument/2006/relationships/theme" Target="/ppt/slideMasters/theme/theme1.xml" Id="R3376643ad33947d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16027d2a1249a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e34accf36a8143ee" /><Relationship Type="http://schemas.openxmlformats.org/officeDocument/2006/relationships/slideLayout" Target="/ppt/slideLayouts/slideLayout1.xml" Id="R463d32f2eb4741d8" /><Relationship Type="http://schemas.openxmlformats.org/officeDocument/2006/relationships/image" Target="/ppt/media/image.png" Id="R83784638860040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2e01e18ae4fd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  <p:pic>
        <p:nvPicPr>
          <p:cNvPr id="4" name="Picture 4" descr=""/>
          <p:cNvPicPr>
            <a:picLocks noChangeAspect="1"/>
          </p:cNvPicPr>
          <p:nvPr/>
        </p:nvPicPr>
        <p:blipFill>
          <a:blip xmlns:r="http://schemas.openxmlformats.org/officeDocument/2006/relationships" r:embed="R83784638860040f5"/>
          <a:stretch>
            <a:fillRect/>
          </a:stretch>
        </p:blipFill>
        <p:spPr>
          <a:xfrm>
            <a:off x="914400" y="914400"/>
            <a:ext cx="1905000" cy="952500"/>
          </a:xfrm>
          <a:prstGeom prst="rect">
            <a:avLst/>
          </a:prstGeom>
        </p:spPr>
      </p:pic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