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1f392cddc0ff489d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89ea42d7792f4fce"/>
  </p:sldMasterIdLst>
  <p:sldIdLst>
    <p:sldId xmlns:r="http://schemas.openxmlformats.org/officeDocument/2006/relationships" id="256" r:id="Re8f8b33240c44f82"/>
    <p:sldId xmlns:r="http://schemas.openxmlformats.org/officeDocument/2006/relationships" id="257" r:id="Rd845e2983dac4c97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ea42d7792f4fce" /><Relationship Type="http://schemas.openxmlformats.org/officeDocument/2006/relationships/slide" Target="/ppt/slides/slide1.xml" Id="Re8f8b33240c44f82" /><Relationship Type="http://schemas.openxmlformats.org/officeDocument/2006/relationships/slide" Target="/ppt/slides/slide2.xml" Id="Rd845e2983dac4c97" 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ody 2"/>
          <p:cNvSpPr>
            <a:spLocks xmlns:a="http://schemas.openxmlformats.org/drawingml/2006/main" noGrp="1"/>
          </p:cNvSpPr>
          <p:nvPr/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Remember to mention the Acme Corp merger.</a:t>
            </a:r>
          </a:p>
        </p:txBody>
      </p:sp>
    </p:spTree>
  </p:cSld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065bee2914a41b2" /></Relationships>
</file>

<file path=ppt/slideLayouts/slideLayout1.xml><?xml version="1.0" encoding="utf-8"?>
<p:sldLayout xmlns:p="http://schemas.openxmlformats.org/presentationml/2006/main" type="title">
  <p:cSld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b2a673ac9a49f7" /><Relationship Type="http://schemas.openxmlformats.org/officeDocument/2006/relationships/theme" Target="/ppt/slideMasters/theme/theme1.xml" Id="Rd4bc2c14defa4a59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6b2a673ac9a49f7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notesSlide" Target="/ppt/notesSlides/notesSlide1.xml" Id="R4326084eb2a346c5" /><Relationship Type="http://schemas.openxmlformats.org/officeDocument/2006/relationships/slideLayout" Target="/ppt/slideLayouts/slideLayout1.xml" Id="R4470a44222ab46f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f0469424ba437c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Quarterly Review</a:t>
            </a:r>
          </a:p>
        </p:txBody>
      </p:sp>
      <p:sp>
        <p:nvSpPr>
          <p:cNvPr id="3" name="Body 3"/>
          <p:cNvSpPr>
            <a:spLocks xmlns:a="http://schemas.openxmlformats.org/drawingml/2006/main" noGrp="1"/>
          </p:cNvSpPr>
          <p:nvPr/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Acme </a:t>
            </a:r>
            <a:r>
              <a:rPr lang="en-US" dirty="0"/>
              <a:t>Corp revenue grew in every region except </a:t>
            </a:r>
            <a:r>
              <a:rPr lang="en-US" dirty="0"/>
              <a:t>Acme Corp EMEA.</a:t>
            </a:r>
          </a:p>
        </p:txBody>
      </p:sp>
      <p:sp>
        <p:nvSpPr>
          <p:cNvPr id="4" name="TextBox"/>
          <p:cNvSpPr>
            <a:spLocks noGrp="1"/>
          </p:cNvSpPr>
          <p:nvPr/>
        </p:nvSpPr>
        <p:spPr>
          <a:xfrm>
            <a:off x="381000" y="3810000"/>
            <a:ext cx="2857500" cy="5715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/>
              <a:t>Accent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Outlook</a:t>
            </a:r>
          </a:p>
        </p:txBody>
      </p:sp>
    </p:spTree>
  </p:cSld>
</p:sld>
</file>