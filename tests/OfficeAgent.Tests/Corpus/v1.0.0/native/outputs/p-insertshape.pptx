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sp>
        <p:nvSpPr>
          <p:cNvPr id="4" name="TextBox"/>
          <p:cNvSpPr>
            <a:spLocks noGrp="1"/>
          </p:cNvSpPr>
          <p:nvPr/>
        </p:nvSpPr>
        <p:spPr>
          <a:xfrm>
            <a:off x="381000" y="3810000"/>
            <a:ext cx="2857500" cy="5715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Accent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