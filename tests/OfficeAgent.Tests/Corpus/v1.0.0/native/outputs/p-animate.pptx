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55af3522317473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671b82465b14567"/>
  </p:sldMasterIdLst>
  <p:sldIdLst>
    <p:sldId xmlns:r="http://schemas.openxmlformats.org/officeDocument/2006/relationships" id="256" r:id="Rf6094db747aa49ac"/>
    <p:sldId id="257" r:id="Rb0ad968aa62a4d22"/>
    <p:sldId id="258" r:id="Redc77fc1bad9459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1b82465b14567" /><Relationship Type="http://schemas.openxmlformats.org/officeDocument/2006/relationships/slide" Target="/ppt/slides/slide1.xml" Id="Rf6094db747aa49ac" /><Relationship Type="http://schemas.openxmlformats.org/officeDocument/2006/relationships/slide" Target="/ppt/slides/slide2.xml" Id="Rb0ad968aa62a4d22" /><Relationship Type="http://schemas.openxmlformats.org/officeDocument/2006/relationships/slide" Target="/ppt/slides/slide3.xml" Id="Redc77fc1bad945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73bcd43d9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4d5eb6b4344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5f1a98f4545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ca09cfaf40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1ac29bdf416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c3a2f5de8674d61" /><Relationship Type="http://schemas.openxmlformats.org/officeDocument/2006/relationships/slideLayout" Target="/ppt/slideLayouts/slideLayout1.xml" Id="R076690fbe9a04b4c" /><Relationship Type="http://schemas.openxmlformats.org/officeDocument/2006/relationships/slideLayout" Target="/ppt/slideLayouts/slideLayout2.xml" Id="Rcbbc7ec846664271" /><Relationship Type="http://schemas.openxmlformats.org/officeDocument/2006/relationships/slideLayout" Target="/ppt/slideLayouts/slideLayout3.xml" Id="Rcdfa314a6eb245f8" /><Relationship Type="http://schemas.openxmlformats.org/officeDocument/2006/relationships/slideLayout" Target="/ppt/slideLayouts/slideLayout4.xml" Id="R5eb83d97f29c418f" /><Relationship Type="http://schemas.openxmlformats.org/officeDocument/2006/relationships/slideLayout" Target="/ppt/slideLayouts/slideLayout5.xml" Id="R88ec123f8c51445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690fbe9a04b4c"/>
    <p:sldLayoutId xmlns:r="http://schemas.openxmlformats.org/officeDocument/2006/relationships" id="2147483650" r:id="Rcbbc7ec846664271"/>
    <p:sldLayoutId xmlns:r="http://schemas.openxmlformats.org/officeDocument/2006/relationships" id="2147483651" r:id="Rcdfa314a6eb245f8"/>
    <p:sldLayoutId xmlns:r="http://schemas.openxmlformats.org/officeDocument/2006/relationships" id="2147483652" r:id="R5eb83d97f29c418f"/>
    <p:sldLayoutId xmlns:r="http://schemas.openxmlformats.org/officeDocument/2006/relationships" id="2147483653" r:id="R88ec123f8c51445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75e5bae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8d5cf8bf1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52ecee0644d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