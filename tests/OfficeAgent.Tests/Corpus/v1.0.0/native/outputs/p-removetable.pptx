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ca51cc9617e4d0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7f29f0e962de4a85"/>
  </p:sldMasterIdLst>
  <p:sldIdLst>
    <p:sldId xmlns:r="http://schemas.openxmlformats.org/officeDocument/2006/relationships" id="256" r:id="Re74a715d688a4c3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29f0e962de4a85" /><Relationship Type="http://schemas.openxmlformats.org/officeDocument/2006/relationships/slide" Target="/ppt/slides/slide1.xml" Id="Re74a715d688a4c3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558003f52e40a2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5c01d87d74ec3" /><Relationship Type="http://schemas.openxmlformats.org/officeDocument/2006/relationships/theme" Target="/ppt/slideMasters/theme/theme1.xml" Id="Rf8a70e2226fc489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a5c01d87d74ec3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857e5627c4791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</p:spTree>
  </p:cSld>
</p:sld>
</file>