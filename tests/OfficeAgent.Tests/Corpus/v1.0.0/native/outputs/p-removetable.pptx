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Masters/theme/theme1.xml" ContentType="application/vnd.openxmlformats-officedocument.theme+xml"/>
  <Override PartName="/ppt/slides/slide1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44012dd1f68b4a51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b7ef1c05816b4b6b"/>
  </p:sldMasterIdLst>
  <p:sldIdLst>
    <p:sldId xmlns:r="http://schemas.openxmlformats.org/officeDocument/2006/relationships" id="256" r:id="R379c205b586241ec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7ef1c05816b4b6b" /><Relationship Type="http://schemas.openxmlformats.org/officeDocument/2006/relationships/slide" Target="/ppt/slides/slide1.xml" Id="R379c205b586241ec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0a65a4706134ad3" /></Relationships>
</file>

<file path=ppt/slideLayouts/slideLayout1.xml><?xml version="1.0" encoding="utf-8"?>
<p:sldLayout xmlns:a="http://schemas.openxmlformats.org/drawingml/2006/main" xmlns:p="http://schemas.openxmlformats.org/presentationml/2006/main" type="title">
  <p:cSld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47ff84d2294750" /><Relationship Type="http://schemas.openxmlformats.org/officeDocument/2006/relationships/theme" Target="/ppt/slideMasters/theme/theme1.xml" Id="Rfd1132ecc41748a1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e47ff84d2294750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a4027e235345a3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Quarterly Review</a:t>
            </a:r>
          </a:p>
        </p:txBody>
      </p:sp>
    </p:spTree>
  </p:cSld>
</p:sld>
</file>