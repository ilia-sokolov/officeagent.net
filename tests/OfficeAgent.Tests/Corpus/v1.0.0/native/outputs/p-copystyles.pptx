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cbc085d7091487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9e7bfc662c7043e1"/>
  </p:sldMasterIdLst>
  <p:sldIdLst>
    <p:sldId xmlns:r="http://schemas.openxmlformats.org/officeDocument/2006/relationships" id="256" r:id="Rb6a1431c92cc431c"/>
    <p:sldId id="257" r:id="R989073af708c4124"/>
    <p:sldId id="258" r:id="R2ecf014040db438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bfc662c7043e1" /><Relationship Type="http://schemas.openxmlformats.org/officeDocument/2006/relationships/slide" Target="/ppt/slides/slide1.xml" Id="Rb6a1431c92cc431c" /><Relationship Type="http://schemas.openxmlformats.org/officeDocument/2006/relationships/slide" Target="/ppt/slides/slide2.xml" Id="R989073af708c4124" /><Relationship Type="http://schemas.openxmlformats.org/officeDocument/2006/relationships/slide" Target="/ppt/slides/slide3.xml" Id="R2ecf014040db438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563c7690c43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5f729515346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2352015c040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84aa4b84344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e1b2587004c3d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63afa73d90d47fc" /><Relationship Type="http://schemas.openxmlformats.org/officeDocument/2006/relationships/slideLayout" Target="/ppt/slideLayouts/slideLayout1.xml" Id="R076197da0cee4335" /><Relationship Type="http://schemas.openxmlformats.org/officeDocument/2006/relationships/slideLayout" Target="/ppt/slideLayouts/slideLayout2.xml" Id="R60a01585d94244c1" /><Relationship Type="http://schemas.openxmlformats.org/officeDocument/2006/relationships/slideLayout" Target="/ppt/slideLayouts/slideLayout3.xml" Id="Rb3ea08b37e1f45c1" /><Relationship Type="http://schemas.openxmlformats.org/officeDocument/2006/relationships/slideLayout" Target="/ppt/slideLayouts/slideLayout4.xml" Id="Rd3b60acc5f60447a" /><Relationship Type="http://schemas.openxmlformats.org/officeDocument/2006/relationships/slideLayout" Target="/ppt/slideLayouts/slideLayout5.xml" Id="Rd7c829a3c47a4cf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197da0cee4335"/>
    <p:sldLayoutId xmlns:r="http://schemas.openxmlformats.org/officeDocument/2006/relationships" id="2147483650" r:id="R60a01585d94244c1"/>
    <p:sldLayoutId xmlns:r="http://schemas.openxmlformats.org/officeDocument/2006/relationships" id="2147483651" r:id="Rb3ea08b37e1f45c1"/>
    <p:sldLayoutId xmlns:r="http://schemas.openxmlformats.org/officeDocument/2006/relationships" id="2147483652" r:id="Rd3b60acc5f60447a"/>
    <p:sldLayoutId xmlns:r="http://schemas.openxmlformats.org/officeDocument/2006/relationships" id="2147483653" r:id="Rd7c829a3c47a4cfb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980d4344b4e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88e501b4a48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a256c5f2dd48f3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