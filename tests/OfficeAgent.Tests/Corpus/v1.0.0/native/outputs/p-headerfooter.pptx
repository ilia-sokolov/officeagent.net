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3b854069f13490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3a5f915cdc724fcc"/>
  </p:sldMasterIdLst>
  <p:sldIdLst>
    <p:sldId xmlns:r="http://schemas.openxmlformats.org/officeDocument/2006/relationships" id="256" r:id="Rd693be35b6e842fa"/>
    <p:sldId id="257" r:id="R6f3c2efa48394b41"/>
    <p:sldId id="258" r:id="Rf37e43e42fcc485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f915cdc724fcc" /><Relationship Type="http://schemas.openxmlformats.org/officeDocument/2006/relationships/slide" Target="/ppt/slides/slide1.xml" Id="Rd693be35b6e842fa" /><Relationship Type="http://schemas.openxmlformats.org/officeDocument/2006/relationships/slide" Target="/ppt/slides/slide2.xml" Id="R6f3c2efa48394b41" /><Relationship Type="http://schemas.openxmlformats.org/officeDocument/2006/relationships/slide" Target="/ppt/slides/slide3.xml" Id="Rf37e43e42fcc485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c39e481c147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192e3911b46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1ffb3ff8440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717c820344d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856ed93fb4c16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/>
          <a:lstStyle>
            <a:lvl1pPr algn="r">
              <a:defRPr sz="1200"/>
            </a:lvl1pPr>
          </a:lstStyle>
          <a:p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/>
          <a:lstStyle>
            <a:lvl1pPr algn="r">
              <a:defRPr sz="1200"/>
            </a:lvl1pPr>
          </a:lstStyle>
          <a:p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/>
          <a:lstStyle>
            <a:lvl1pPr algn="r">
              <a:defRPr sz="1200"/>
            </a:lvl1pPr>
          </a:lstStyle>
          <a:p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/>
          <a:lstStyle>
            <a:lvl1pPr algn="r">
              <a:defRPr sz="1200"/>
            </a:lvl1pPr>
          </a:lstStyle>
          <a:p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/>
      <p:sp>
        <p:nvSpPr>
          <p:cNvPr id="2" name="Date Placeholder"/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/>
          <a:lstStyle>
            <a:lvl1pPr algn="r">
              <a:defRPr sz="1200"/>
            </a:lvl1pPr>
          </a:lstStyle>
          <a:p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028a61d5d9747fe" /><Relationship Type="http://schemas.openxmlformats.org/officeDocument/2006/relationships/slideLayout" Target="/ppt/slideLayouts/slideLayout1.xml" Id="R15038d8875d343d2" /><Relationship Type="http://schemas.openxmlformats.org/officeDocument/2006/relationships/slideLayout" Target="/ppt/slideLayouts/slideLayout2.xml" Id="Raa4cbfd07f3a4e0b" /><Relationship Type="http://schemas.openxmlformats.org/officeDocument/2006/relationships/slideLayout" Target="/ppt/slideLayouts/slideLayout3.xml" Id="Re02f4407ef2f4fac" /><Relationship Type="http://schemas.openxmlformats.org/officeDocument/2006/relationships/slideLayout" Target="/ppt/slideLayouts/slideLayout4.xml" Id="R4079cae215cd45e6" /><Relationship Type="http://schemas.openxmlformats.org/officeDocument/2006/relationships/slideLayout" Target="/ppt/slideLayouts/slideLayout5.xml" Id="R04499f5e7fe64b44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/>
          <a:lstStyle>
            <a:lvl1pPr algn="r">
              <a:defRPr sz="1200"/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038d8875d343d2"/>
    <p:sldLayoutId xmlns:r="http://schemas.openxmlformats.org/officeDocument/2006/relationships" id="2147483650" r:id="Raa4cbfd07f3a4e0b"/>
    <p:sldLayoutId xmlns:r="http://schemas.openxmlformats.org/officeDocument/2006/relationships" id="2147483651" r:id="Re02f4407ef2f4fac"/>
    <p:sldLayoutId xmlns:r="http://schemas.openxmlformats.org/officeDocument/2006/relationships" id="2147483652" r:id="R4079cae215cd45e6"/>
    <p:sldLayoutId xmlns:r="http://schemas.openxmlformats.org/officeDocument/2006/relationships" id="2147483653" r:id="R04499f5e7fe64b44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218d8db16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d655411265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1911172cde440f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— internal only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190E6-DC0D-47F1-9428-E352F1E2F0F8}" type="slidenum">
              <a:rPr lang="en-US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— internal only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A6720-84D0-4FB6-A990-98C703EB1940}" type="slidenum">
              <a:rPr lang="en-US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— internal only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6C76-825D-4E6B-8974-3E596A8F3BF7}" type="slidenum">
              <a:rPr lang="en-US"/>
              <a:t>1</a:t>
            </a:fld>
          </a:p>
        </p:txBody>
      </p:sp>
    </p:spTree>
  </p:cSld>
</p:sld>
</file>