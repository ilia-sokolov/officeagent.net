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  <p:sp>
        <p:nvSpPr>
          <p:cNvPr id="2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8BB14-85C2-4575-AFB1-27CC9869C938}" type="slidenum">
              <a:rPr lang="en-US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81BECB-7A9B-42B0-B9A7-E9067DE74EE9}" type="slidenum">
              <a:rPr lang="en-US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76929-6039-4855-803C-09DCEB70F126}" type="slidenum">
              <a:rPr lang="en-US"/>
              <a:t>1</a:t>
            </a:fld>
          </a:p>
        </p:txBody>
      </p:sp>
    </p:spTree>
  </p:cSld>
</p:sld>
</file>