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application/vnd.openxmlformats-officedocument.spreadsheetml.sheet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charts/chart1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30d0e299a3045a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5fe4fc93109d4c5d"/>
  </p:sldMasterIdLst>
  <p:sldIdLst>
    <p:sldId xmlns:r="http://schemas.openxmlformats.org/officeDocument/2006/relationships" id="256" r:id="Rbe56e08027524082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e4fc93109d4c5d" /><Relationship Type="http://schemas.openxmlformats.org/officeDocument/2006/relationships/slide" Target="/ppt/slides/slide1.xml" Id="Rbe56e08027524082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889ae45797420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b42465ae8f4e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f13ed8e9d145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8bdc211c6d41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4ce57c4bd4e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ae212c38214940c1" /><Relationship Type="http://schemas.openxmlformats.org/officeDocument/2006/relationships/slideLayout" Target="/ppt/slideLayouts/slideLayout1.xml" Id="R5084d26df1234c6c" /><Relationship Type="http://schemas.openxmlformats.org/officeDocument/2006/relationships/slideLayout" Target="/ppt/slideLayouts/slideLayout2.xml" Id="R0d820df0e9e041a0" /><Relationship Type="http://schemas.openxmlformats.org/officeDocument/2006/relationships/slideLayout" Target="/ppt/slideLayouts/slideLayout3.xml" Id="Rf68ea96e37bb417f" /><Relationship Type="http://schemas.openxmlformats.org/officeDocument/2006/relationships/slideLayout" Target="/ppt/slideLayouts/slideLayout4.xml" Id="R98f9c4db1bbd4fc1" /><Relationship Type="http://schemas.openxmlformats.org/officeDocument/2006/relationships/slideLayout" Target="/ppt/slideLayouts/slideLayout5.xml" Id="Re31d5ecb24bb433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84d26df1234c6c"/>
    <p:sldLayoutId xmlns:r="http://schemas.openxmlformats.org/officeDocument/2006/relationships" id="2147483650" r:id="R0d820df0e9e041a0"/>
    <p:sldLayoutId xmlns:r="http://schemas.openxmlformats.org/officeDocument/2006/relationships" id="2147483651" r:id="Rf68ea96e37bb417f"/>
    <p:sldLayoutId xmlns:r="http://schemas.openxmlformats.org/officeDocument/2006/relationships" id="2147483652" r:id="R98f9c4db1bbd4fc1"/>
    <p:sldLayoutId xmlns:r="http://schemas.openxmlformats.org/officeDocument/2006/relationships" id="2147483653" r:id="Re31d5ecb24bb4338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b93bbbdf244cc" /><Relationship Type="http://schemas.openxmlformats.org/officeDocument/2006/relationships/chart" Target="/ppt/slides/charts/chart1.xml" Id="Ra0ad216650134e05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.bin" Id="R4c53c77be4254341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Revenue</a:t>
            </a:r>
          </a:p>
        </c:rich>
      </c:tx>
      <c:layout/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ChartData!$B$1</c:f>
              <c:strCache>
                <c:ptCount val="1"/>
                <c:pt idx="0">
                  <c:v>Revenue</c:v>
                </c:pt>
              </c:strCache>
            </c:strRef>
          </c:tx>
          <c:invertIfNegative val="0"/>
          <c:cat>
            <c:strRef>
              <c:f>ChartData!$A$2:$A$4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ChartData!$B$2:$B$4</c:f>
              <c:numCache>
                <c:formatCode>General</c:formatCode>
                <c:ptCount val="3"/>
                <c:pt idx="0">
                  <c:v>10</c:v>
                </c:pt>
                <c:pt idx="1">
                  <c:v>12</c:v>
                </c:pt>
                <c:pt idx="2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ckLblPos val="nextTo"/>
        <c:crossAx val="48672768"/>
        <c:crosses val="autoZero"/>
        <c:auto val="1"/>
        <c:lblAlgn val="ctr"/>
        <c:lblOffset val="100"/>
      </c:catAx>
      <c:valAx>
        <c:axId val="48672768"/>
        <c:scaling>
          <c:orientation val="minMax"/>
        </c:scaling>
        <c:delete val="0"/>
        <c:axPos val="l"/>
        <c:majorGridlines/>
        <c:numFmt formatCode="General" sourceLinked="1"/>
        <c:tickLblPos val="nextTo"/>
        <c:crossAx val="48650112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</c:chart>
  <c:externalData xmlns:r="http://schemas.openxmlformats.org/officeDocument/2006/relationships" r:id="R4c53c77be4254341">
    <c:autoUpdate val="0"/>
  </c:externalData>
</c:chartSpace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graphicFrame>
        <p:nvGraphicFramePr>
          <p:cNvPr id="3" name="OfficeAgent Chart 3" descr="Revenue by quarter"/>
          <p:cNvGraphicFramePr>
            <a:graphicFrameLocks noGrp="1"/>
          </p:cNvGraphicFramePr>
          <p:nvPr/>
        </p:nvGraphicFramePr>
        <p:xfrm>
          <a:off x="762000" y="1143000"/>
          <a:ext cx="6096000" cy="3429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a0ad216650134e05"/>
          </a:graphicData>
        </a:graphic>
      </p:graphicFrame>
    </p:spTree>
  </p:cSld>
</p:sld>
</file>