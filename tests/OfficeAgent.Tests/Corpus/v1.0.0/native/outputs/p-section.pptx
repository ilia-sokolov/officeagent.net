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cbc085d7091487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9e7bfc662c7043e1"/>
  </p:sldMasterIdLst>
  <p:sldIdLst>
    <p:sldId xmlns:r="http://schemas.openxmlformats.org/officeDocument/2006/relationships" id="256" r:id="Rb6a1431c92cc431c"/>
    <p:sldId id="257" r:id="R989073af708c4124"/>
    <p:sldId id="258" r:id="R2ecf014040db438a"/>
  </p:sldIdLst>
  <p:sldSz cx="12192000" cy="6858000"/>
  <p:notesSz cx="6858000" cy="9144000"/>
  <p:extLst>
    <p:ext uri="{521415D9-36F7-43E2-AB2F-B90AF26B5E84}">
      <p14:sectionLst xmlns:p14="http://schemas.microsoft.com/office/powerpoint/2010/main">
        <p14:section name="Default Section" id="{CCBC710B-E714-4A56-A98B-1404CAF32ECA}">
          <p14:sldIdLst>
            <p14:sldId id="256"/>
          </p14:sldIdLst>
        </p14:section>
        <p14:section name="Financials" id="{2C87013D-027D-4F3C-9AA6-A7E030AE487A}">
          <p14:sldIdLst>
            <p14:sldId id="257"/>
            <p14:sldId id="258"/>
          </p14:sldIdLst>
        </p14:section>
      </p14:sectionLst>
    </p:ext>
  </p:ext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bfc662c7043e1" /><Relationship Type="http://schemas.openxmlformats.org/officeDocument/2006/relationships/slide" Target="/ppt/slides/slide1.xml" Id="Rb6a1431c92cc431c" /><Relationship Type="http://schemas.openxmlformats.org/officeDocument/2006/relationships/slide" Target="/ppt/slides/slide2.xml" Id="R989073af708c4124" /><Relationship Type="http://schemas.openxmlformats.org/officeDocument/2006/relationships/slide" Target="/ppt/slides/slide3.xml" Id="R2ecf014040db438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563c7690c43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5f729515346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2352015c040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84aa4b84344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e1b2587004c3d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63afa73d90d47fc" /><Relationship Type="http://schemas.openxmlformats.org/officeDocument/2006/relationships/slideLayout" Target="/ppt/slideLayouts/slideLayout1.xml" Id="R076197da0cee4335" /><Relationship Type="http://schemas.openxmlformats.org/officeDocument/2006/relationships/slideLayout" Target="/ppt/slideLayouts/slideLayout2.xml" Id="R60a01585d94244c1" /><Relationship Type="http://schemas.openxmlformats.org/officeDocument/2006/relationships/slideLayout" Target="/ppt/slideLayouts/slideLayout3.xml" Id="Rb3ea08b37e1f45c1" /><Relationship Type="http://schemas.openxmlformats.org/officeDocument/2006/relationships/slideLayout" Target="/ppt/slideLayouts/slideLayout4.xml" Id="Rd3b60acc5f60447a" /><Relationship Type="http://schemas.openxmlformats.org/officeDocument/2006/relationships/slideLayout" Target="/ppt/slideLayouts/slideLayout5.xml" Id="Rd7c829a3c47a4cf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197da0cee4335"/>
    <p:sldLayoutId xmlns:r="http://schemas.openxmlformats.org/officeDocument/2006/relationships" id="2147483650" r:id="R60a01585d94244c1"/>
    <p:sldLayoutId xmlns:r="http://schemas.openxmlformats.org/officeDocument/2006/relationships" id="2147483651" r:id="Rb3ea08b37e1f45c1"/>
    <p:sldLayoutId xmlns:r="http://schemas.openxmlformats.org/officeDocument/2006/relationships" id="2147483652" r:id="Rd3b60acc5f60447a"/>
    <p:sldLayoutId xmlns:r="http://schemas.openxmlformats.org/officeDocument/2006/relationships" id="2147483653" r:id="Rd7c829a3c47a4cfb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980d4344b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88e501b4a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256c5f2dd48f3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