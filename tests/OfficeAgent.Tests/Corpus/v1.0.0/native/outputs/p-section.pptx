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3b854069f134909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3a5f915cdc724fcc"/>
  </p:sldMasterIdLst>
  <p:sldIdLst>
    <p:sldId xmlns:r="http://schemas.openxmlformats.org/officeDocument/2006/relationships" id="256" r:id="Rd693be35b6e842fa"/>
    <p:sldId id="257" r:id="R6f3c2efa48394b41"/>
    <p:sldId id="258" r:id="Rf37e43e42fcc4855"/>
  </p:sldIdLst>
  <p:sldSz cx="12192000" cy="6858000"/>
  <p:notesSz cx="6858000" cy="9144000"/>
  <p:extLst>
    <p:ext uri="{521415D9-36F7-43E2-AB2F-B90AF26B5E84}">
      <p14:sectionLst xmlns:p14="http://schemas.microsoft.com/office/powerpoint/2010/main">
        <p14:section name="Default Section" id="{634233A3-5E80-4A89-B798-508832AD5D99}">
          <p14:sldIdLst>
            <p14:sldId id="256"/>
          </p14:sldIdLst>
        </p14:section>
        <p14:section name="Financials" id="{4DD6FB3E-A647-499D-B349-8A510B38D4CB}">
          <p14:sldIdLst>
            <p14:sldId id="257"/>
            <p14:sldId id="258"/>
          </p14:sldIdLst>
        </p14:section>
      </p14:sectionLst>
    </p:ext>
  </p:extLst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f915cdc724fcc" /><Relationship Type="http://schemas.openxmlformats.org/officeDocument/2006/relationships/slide" Target="/ppt/slides/slide1.xml" Id="Rd693be35b6e842fa" /><Relationship Type="http://schemas.openxmlformats.org/officeDocument/2006/relationships/slide" Target="/ppt/slides/slide2.xml" Id="R6f3c2efa48394b41" /><Relationship Type="http://schemas.openxmlformats.org/officeDocument/2006/relationships/slide" Target="/ppt/slides/slide3.xml" Id="Rf37e43e42fcc4855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bc39e481c1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2192e3911b469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71ffb3ff8440d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8717c820344d5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0856ed93fb4c16" /></Relationships>
</file>

<file path=ppt/slideLayouts/slideLayout1.xml><?xml version="1.0" encoding="utf-8"?>
<p:sldLayout xmlns:a="http://schemas.openxmlformats.org/drawingml/2006/main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a="http://schemas.openxmlformats.org/drawingml/2006/main"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a="http://schemas.openxmlformats.org/drawingml/2006/main"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a="http://schemas.openxmlformats.org/drawingml/2006/main"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1028a61d5d9747fe" /><Relationship Type="http://schemas.openxmlformats.org/officeDocument/2006/relationships/slideLayout" Target="/ppt/slideLayouts/slideLayout1.xml" Id="R15038d8875d343d2" /><Relationship Type="http://schemas.openxmlformats.org/officeDocument/2006/relationships/slideLayout" Target="/ppt/slideLayouts/slideLayout2.xml" Id="Raa4cbfd07f3a4e0b" /><Relationship Type="http://schemas.openxmlformats.org/officeDocument/2006/relationships/slideLayout" Target="/ppt/slideLayouts/slideLayout3.xml" Id="Re02f4407ef2f4fac" /><Relationship Type="http://schemas.openxmlformats.org/officeDocument/2006/relationships/slideLayout" Target="/ppt/slideLayouts/slideLayout4.xml" Id="R4079cae215cd45e6" /><Relationship Type="http://schemas.openxmlformats.org/officeDocument/2006/relationships/slideLayout" Target="/ppt/slideLayouts/slideLayout5.xml" Id="R04499f5e7fe64b44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5038d8875d343d2"/>
    <p:sldLayoutId xmlns:r="http://schemas.openxmlformats.org/officeDocument/2006/relationships" id="2147483650" r:id="Raa4cbfd07f3a4e0b"/>
    <p:sldLayoutId xmlns:r="http://schemas.openxmlformats.org/officeDocument/2006/relationships" id="2147483651" r:id="Re02f4407ef2f4fac"/>
    <p:sldLayoutId xmlns:r="http://schemas.openxmlformats.org/officeDocument/2006/relationships" id="2147483652" r:id="R4079cae215cd45e6"/>
    <p:sldLayoutId xmlns:r="http://schemas.openxmlformats.org/officeDocument/2006/relationships" id="2147483653" r:id="R04499f5e7fe64b44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3218d8db16419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ad6554112654f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1911172cde440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Second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A point</a:t>
            </a:r>
          </a:p>
          <a:p xmlns:a="http://schemas.openxmlformats.org/drawingml/2006/main">
            <a:r>
              <a:rPr lang="en-US"/>
              <a:t>Another point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Third</a:t>
            </a:r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Closing point</a:t>
            </a:r>
          </a:p>
        </p:txBody>
      </p:sp>
    </p:spTree>
  </p:cSld>
</p:sld>
</file>