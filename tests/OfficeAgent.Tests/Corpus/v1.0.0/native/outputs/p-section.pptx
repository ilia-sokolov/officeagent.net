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xmlns:r="http://schemas.openxmlformats.org/officeDocument/2006/relationships" id="256" r:id="Rf6094db747aa49ac"/>
    <p:sldId id="257" r:id="Rb0ad968aa62a4d22"/>
    <p:sldId id="258" r:id="Redc77fc1bad94598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Default Section" id="{E32FE528-CB2A-4CA7-9091-2B0C64FD990B}">
          <p14:sldIdLst>
            <p14:sldId id="256"/>
          </p14:sldIdLst>
        </p14:section>
        <p14:section name="Financials" id="{F58CCC78-CE3A-4CBC-8FD1-5088B985543F}">
          <p14:sldIdLst>
            <p14:sldId id="257"/>
            <p14:sldId id="258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