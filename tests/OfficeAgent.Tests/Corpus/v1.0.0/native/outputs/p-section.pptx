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8" r:id="Rbefaa6c0b4f942e3"/>
  </p:sldIdLst>
  <p:sldSz cx="12192000" cy="6858000"/>
  <p:notesSz cx="6858000" cy="9144000"/>
  <p:extLst>
    <p:ext uri="{521415D9-36F7-43E2-AB2F-B90AF26B5E84}">
      <p14:sectionLst xmlns:p14="http://schemas.microsoft.com/office/powerpoint/2010/main">
        <p14:section name="Default Section" id="{3AB8B5B0-3016-4053-B176-75240A44831B}">
          <p14:sldIdLst>
            <p14:sldId id="256"/>
          </p14:sldIdLst>
        </p14:section>
        <p14:section name="Financials" id="{776393B7-51E9-409D-AC18-FD1189004D07}">
          <p14:sldIdLst>
            <p14:sldId id="257"/>
            <p14:sldId id="258"/>
          </p14:sldIdLst>
        </p14:section>
      </p14:sectionLst>
    </p:ext>
  </p:ext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