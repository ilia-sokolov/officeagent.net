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8" r:id="R6494006b594349d1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Default Section" id="{B53E276D-A623-43D0-967A-62021018971D}">
          <p14:sldIdLst>
            <p14:sldId id="256"/>
          </p14:sldIdLst>
        </p14:section>
        <p14:section name="Financials" id="{A410D893-E71A-4332-846B-E1E1798E5A9D}">
          <p14:sldIdLst>
            <p14:sldId id="257"/>
            <p14:sldId id="258"/>
          </p14:sldIdLst>
        </p14:section>
      </p14:sectionLst>
    </p:ext>
  </p:ext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