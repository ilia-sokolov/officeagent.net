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Default Section" id="{12681145-2DD4-41FD-889E-D19F2D112488}">
          <p14:sldIdLst>
            <p14:sldId id="256"/>
          </p14:sldIdLst>
        </p14:section>
        <p14:section name="Financials" id="{1DF8DCB6-F5C7-4EA8-AF1E-8E16D0650779}">
          <p14:sldIdLst>
            <p14:sldId id="257"/>
            <p14:sldId id="258"/>
          </p14:sldIdLst>
        </p14:section>
      </p14:sectionLst>
    </p:ext>
  </p:ext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