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523135a0504d4b61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1d362e6897d5430e"/>
  </p:sldMasterIdLst>
  <p:sldIdLst>
    <p:sldId xmlns:r="http://schemas.openxmlformats.org/officeDocument/2006/relationships" id="256" r:id="R8779f474c8f74673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362e6897d5430e" /><Relationship Type="http://schemas.openxmlformats.org/officeDocument/2006/relationships/slide" Target="/ppt/slides/slide1.xml" Id="R8779f474c8f74673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560dab1c524afe" /></Relationships>
</file>

<file path=ppt/slideLayouts/slideLayout1.xml><?xml version="1.0" encoding="utf-8"?>
<p:sldLayout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fb10e176284e6c" /><Relationship Type="http://schemas.openxmlformats.org/officeDocument/2006/relationships/theme" Target="/ppt/slideMasters/theme/theme1.xml" Id="R8180e34c5dc74d6f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afb10e176284e6c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557265567441ad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mlns:a="http://schemas.openxmlformats.org/drawingml/2006/main" x="0" y="0"/>
          <a:ext xmlns:a="http://schemas.openxmlformats.org/drawingml/2006/main" cx="6000000" cy="100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0000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Region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EMEA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</p:sld>
</file>