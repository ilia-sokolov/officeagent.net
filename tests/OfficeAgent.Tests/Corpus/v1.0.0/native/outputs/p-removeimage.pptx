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8fc4e4be3d64bb7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7e8bad93ab34fb4"/>
  </p:sldMasterIdLst>
  <p:sldIdLst>
    <p:sldId xmlns:r="http://schemas.openxmlformats.org/officeDocument/2006/relationships" id="256" r:id="R5980bd5c968a4229"/>
    <p:sldId xmlns:r="http://schemas.openxmlformats.org/officeDocument/2006/relationships" id="257" r:id="R1a759961f97e469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e8bad93ab34fb4" /><Relationship Type="http://schemas.openxmlformats.org/officeDocument/2006/relationships/slide" Target="/ppt/slides/slide1.xml" Id="R5980bd5c968a4229" /><Relationship Type="http://schemas.openxmlformats.org/officeDocument/2006/relationships/slide" Target="/ppt/slides/slide2.xml" Id="R1a759961f97e4695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d3cd2410f4730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8e1b6be4345d1" /><Relationship Type="http://schemas.openxmlformats.org/officeDocument/2006/relationships/theme" Target="/ppt/slideMasters/theme/theme1.xml" Id="R4249aa42e2cb4a8b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08e1b6be4345d1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8c3641c043fe4d54" /><Relationship Type="http://schemas.openxmlformats.org/officeDocument/2006/relationships/slideLayout" Target="/ppt/slideLayouts/slideLayout1.xml" Id="R1fa9df95ec4b42da" /><Relationship Type="http://schemas.openxmlformats.org/officeDocument/2006/relationships/image" Target="/ppt/media/image.png" Id="Re5d575aaa17842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ab949f286f4d2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