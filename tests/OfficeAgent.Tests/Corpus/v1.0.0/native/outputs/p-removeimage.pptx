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c2e96722bef4e3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48e00f483bb433e"/>
  </p:sldMasterIdLst>
  <p:sldIdLst>
    <p:sldId xmlns:r="http://schemas.openxmlformats.org/officeDocument/2006/relationships" id="256" r:id="R87d02d1b8a45462b"/>
    <p:sldId xmlns:r="http://schemas.openxmlformats.org/officeDocument/2006/relationships" id="257" r:id="Ra7f229672bfa47f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e00f483bb433e" /><Relationship Type="http://schemas.openxmlformats.org/officeDocument/2006/relationships/slide" Target="/ppt/slides/slide1.xml" Id="R87d02d1b8a45462b" /><Relationship Type="http://schemas.openxmlformats.org/officeDocument/2006/relationships/slide" Target="/ppt/slides/slide2.xml" Id="Ra7f229672bfa47fe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2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Remember to mention the Acme Corp merger.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77d036c544f45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9c208ec184fd4" /><Relationship Type="http://schemas.openxmlformats.org/officeDocument/2006/relationships/theme" Target="/ppt/slideMasters/theme/theme1.xml" Id="R05931e0dc4b543a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9c208ec184fd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notesSlide" Target="/ppt/notesSlides/notesSlide1.xml" Id="R0cea4f2db42a489b" /><Relationship Type="http://schemas.openxmlformats.org/officeDocument/2006/relationships/slideLayout" Target="/ppt/slideLayouts/slideLayout1.xml" Id="R5f42a4aa1f414913" /><Relationship Type="http://schemas.openxmlformats.org/officeDocument/2006/relationships/image" Target="/ppt/media/image.png" Id="Rafb8905e6b2b42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eb55415de4de7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sp>
        <p:nvSpPr>
          <p:cNvPr id="3" name="Body 3"/>
          <p:cNvSpPr>
            <a:spLocks xmlns:a="http://schemas.openxmlformats.org/drawingml/2006/main" noGrp="1"/>
          </p:cNvSpPr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Acme </a:t>
            </a:r>
            <a:r>
              <a:rPr lang="en-US" dirty="0"/>
              <a:t>Corp revenue grew in every region except </a:t>
            </a:r>
            <a:r>
              <a:rPr lang="en-US" dirty="0"/>
              <a:t>Acme Corp EMEA.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Outlook</a:t>
            </a:r>
          </a:p>
        </p:txBody>
      </p:sp>
    </p:spTree>
  </p:cSld>
</p:sld>
</file>