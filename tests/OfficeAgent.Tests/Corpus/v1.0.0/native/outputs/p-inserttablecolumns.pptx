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f4b0d663a74b9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2a9b5b54ba1e4a8d"/>
  </p:sldMasterIdLst>
  <p:sldIdLst>
    <p:sldId xmlns:r="http://schemas.openxmlformats.org/officeDocument/2006/relationships" id="256" r:id="Rb05fd001954b4ee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b5b54ba1e4a8d" /><Relationship Type="http://schemas.openxmlformats.org/officeDocument/2006/relationships/slide" Target="/ppt/slides/slide1.xml" Id="Rb05fd001954b4e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b730ca4494acd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2848ff964e93" /><Relationship Type="http://schemas.openxmlformats.org/officeDocument/2006/relationships/theme" Target="/ppt/slideMasters/theme/theme1.xml" Id="R4e68004569da42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da2848ff964e9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bdfc28c745e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