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Masters/theme/theme1.xml" ContentType="application/vnd.openxmlformats-officedocument.theme+xml"/>
  <Override PartName="/ppt/slides/slide1.xml" ContentType="application/vnd.openxmlformats-officedocument.presentationml.slide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523135a0504d4b61" /></Relationships>
</file>

<file path=ppt/presentation.xml><?xml version="1.0" encoding="utf-8"?>
<p:presentation xmlns:r="http://schemas.openxmlformats.org/officeDocument/2006/relationships" xmlns:p="http://schemas.openxmlformats.org/presentationml/2006/main">
  <p:sldMasterIdLst>
    <p:sldMasterId xmlns:r="http://schemas.openxmlformats.org/officeDocument/2006/relationships" id="2147483648" r:id="R1d362e6897d5430e"/>
  </p:sldMasterIdLst>
  <p:sldIdLst>
    <p:sldId xmlns:r="http://schemas.openxmlformats.org/officeDocument/2006/relationships" id="256" r:id="R8779f474c8f74673"/>
  </p:sldIdLst>
  <p:sldSz cx="12192000" cy="6858000"/>
  <p:notesSz cx="6858000" cy="9144000"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d362e6897d5430e" /><Relationship Type="http://schemas.openxmlformats.org/officeDocument/2006/relationships/slide" Target="/ppt/slides/slide1.xml" Id="R8779f474c8f74673" /></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1560dab1c524afe" /></Relationships>
</file>

<file path=ppt/slideLayouts/slideLayout1.xml><?xml version="1.0" encoding="utf-8"?>
<p:sldLayout xmlns:p="http://schemas.openxmlformats.org/presentationml/2006/main" type="title">
  <p:cSld>
    <p:spTree>
      <p:nvGrpSpPr>
        <p:cNvPr id="1" name=""/>
        <p:cNvGrpSpPr/>
        <p:nvPr/>
      </p:nvGrpSpPr>
      <p:grpSpPr/>
    </p:spTree>
  </p:cSld>
  <p:clrMapOvr>
    <a:masterClrMapping xmlns:a="http://schemas.openxmlformats.org/drawingml/2006/main"/>
  </p:clrMapOvr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afb10e176284e6c" /><Relationship Type="http://schemas.openxmlformats.org/officeDocument/2006/relationships/theme" Target="/ppt/slideMasters/theme/theme1.xml" Id="R8180e34c5dc74d6f" /></Relationships>
</file>

<file path=ppt/slideMasters/slideMaster1.xml><?xml version="1.0" encoding="utf-8"?>
<p:sldMaster xmlns:p="http://schemas.openxmlformats.org/presentationml/2006/main">
  <p:cSld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cafb10e176284e6c"/>
  </p:sldLayoutIdLst>
</p:sldMaster>
</file>

<file path=ppt/slideMasters/theme/theme1.xml><?xml version="1.0" encoding="utf-8"?>
<a:theme xmlns:a="http://schemas.openxmlformats.org/drawingml/2006/main" name="Office Theme">
  <a:themeElements>
    <a:clrScheme name="Office">
      <a:dk1>
        <a:sysClr val="windowText"/>
      </a:dk1>
      <a:lt1>
        <a:sysClr val="window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1557265567441ad" /></Relationships>
</file>

<file path=ppt/slides/slide1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2"/>
          <p:cNvSpPr>
            <a:spLocks xmlns:a="http://schemas.openxmlformats.org/drawingml/2006/main" noGrp="1"/>
          </p:cNvSpPr>
          <p:nvPr>
            <p:ph type="title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dirty="0"/>
              <a:t>Quarterly Review</a:t>
            </a:r>
          </a:p>
        </p:txBody>
      </p:sp>
      <p:graphicFrame>
        <p:nvGraphicFramePr>
          <p:cNvPr id="3" name="Table 3"/>
          <p:cNvGraphicFramePr/>
          <p:nvPr/>
        </p:nvGraphicFramePr>
        <p:xfrm>
          <a:off xmlns:a="http://schemas.openxmlformats.org/drawingml/2006/main" x="0" y="0"/>
          <a:ext xmlns:a="http://schemas.openxmlformats.org/drawingml/2006/main" cx="6000000" cy="1000000"/>
        </p:xfrm>
        <a:graphic xmlns:a="http://schemas.openxmlformats.org/drawingml/2006/main">
          <a:graphicData uri="http://schemas.openxmlformats.org/drawingml/2006/table">
            <a:tbl>
              <a:tblPr firstRow="1" bandRow="1"/>
              <a:tblGrid>
                <a:gridCol w="3000000"/>
                <a:gridCol w="1000000"/>
                <a:gridCol w="1000000"/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Region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Revenue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Q2</a:t>
                      </a:r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EMEA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41850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9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</p:sld>
</file>