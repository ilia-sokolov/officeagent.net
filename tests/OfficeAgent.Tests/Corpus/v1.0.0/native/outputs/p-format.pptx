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7" r:id="Rb0ad968aa62a4d22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2.xml" Id="Rb0ad968aa62a4d22" /><Relationship Type="http://schemas.openxmlformats.org/officeDocument/2006/relationships/slide" Target="/ppt/slides/slide3.xml" Id="Redc77fc1bad945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C00000"/>
                </a:solidFill>
              </a:rPr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