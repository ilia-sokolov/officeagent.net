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3.xml" Id="Redc77fc1bad945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