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55af3522317473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8671b82465b14567"/>
  </p:sldMasterIdLst>
  <p:sldIdLst>
    <p:sldId xmlns:r="http://schemas.openxmlformats.org/officeDocument/2006/relationships" id="256" r:id="Rf6094db747aa49ac"/>
    <p:sldId id="257" r:id="Rb0ad968aa62a4d22"/>
    <p:sldId id="258" r:id="Redc77fc1bad9459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1b82465b14567" /><Relationship Type="http://schemas.openxmlformats.org/officeDocument/2006/relationships/slide" Target="/ppt/slides/slide1.xml" Id="Rf6094db747aa49ac" /><Relationship Type="http://schemas.openxmlformats.org/officeDocument/2006/relationships/slide" Target="/ppt/slides/slide2.xml" Id="Rb0ad968aa62a4d22" /><Relationship Type="http://schemas.openxmlformats.org/officeDocument/2006/relationships/slide" Target="/ppt/slides/slide3.xml" Id="Redc77fc1bad9459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73bcd43d945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4d5eb6b4344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d5f1a98f4545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4ca09cfaf40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41ac29bdf416e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cc3a2f5de8674d61" /><Relationship Type="http://schemas.openxmlformats.org/officeDocument/2006/relationships/slideLayout" Target="/ppt/slideLayouts/slideLayout1.xml" Id="R076690fbe9a04b4c" /><Relationship Type="http://schemas.openxmlformats.org/officeDocument/2006/relationships/slideLayout" Target="/ppt/slideLayouts/slideLayout2.xml" Id="Rcbbc7ec846664271" /><Relationship Type="http://schemas.openxmlformats.org/officeDocument/2006/relationships/slideLayout" Target="/ppt/slideLayouts/slideLayout3.xml" Id="Rcdfa314a6eb245f8" /><Relationship Type="http://schemas.openxmlformats.org/officeDocument/2006/relationships/slideLayout" Target="/ppt/slideLayouts/slideLayout4.xml" Id="R5eb83d97f29c418f" /><Relationship Type="http://schemas.openxmlformats.org/officeDocument/2006/relationships/slideLayout" Target="/ppt/slideLayouts/slideLayout5.xml" Id="R88ec123f8c51445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6690fbe9a04b4c"/>
    <p:sldLayoutId xmlns:r="http://schemas.openxmlformats.org/officeDocument/2006/relationships" id="2147483650" r:id="Rcbbc7ec846664271"/>
    <p:sldLayoutId xmlns:r="http://schemas.openxmlformats.org/officeDocument/2006/relationships" id="2147483651" r:id="Rcdfa314a6eb245f8"/>
    <p:sldLayoutId xmlns:r="http://schemas.openxmlformats.org/officeDocument/2006/relationships" id="2147483652" r:id="R5eb83d97f29c418f"/>
    <p:sldLayoutId xmlns:r="http://schemas.openxmlformats.org/officeDocument/2006/relationships" id="2147483653" r:id="R88ec123f8c51445d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3d75e5bae45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d8d5cf8bf144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0c52ecee0644d8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Revised title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point</a:t>
            </a:r>
          </a:p>
          <a:p xmlns:a="http://schemas.openxmlformats.org/drawingml/2006/main">
            <a:r>
              <a:rPr lang="en-US"/>
              <a:t>Another point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Third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point</a:t>
            </a:r>
          </a:p>
        </p:txBody>
      </p:sp>
    </p:spTree>
  </p:cSld>
</p:sld>
</file>