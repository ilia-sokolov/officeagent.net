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Default Extension="bin" ContentType="application/vnd.openxmlformats-officedocument.spreadsheetml.sheet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  <Override PartName="/ppt/slides/charts/chart1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e3f85f8ee1eb494d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135454fca18a4385"/>
  </p:sldMasterIdLst>
  <p:sldIdLst>
    <p:sldId xmlns:r="http://schemas.openxmlformats.org/officeDocument/2006/relationships" id="256" r:id="R69c91fc9e3c24763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35454fca18a4385" /><Relationship Type="http://schemas.openxmlformats.org/officeDocument/2006/relationships/slide" Target="/ppt/slides/slide1.xml" Id="R69c91fc9e3c24763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1f29698e00497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de50f644d8f414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ca03283215438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bdedd211c2402b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30235c2a78848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03846ed677e744c5" /><Relationship Type="http://schemas.openxmlformats.org/officeDocument/2006/relationships/slideLayout" Target="/ppt/slideLayouts/slideLayout1.xml" Id="Rc410313673eb4863" /><Relationship Type="http://schemas.openxmlformats.org/officeDocument/2006/relationships/slideLayout" Target="/ppt/slideLayouts/slideLayout2.xml" Id="R7d9586aed7f24a4c" /><Relationship Type="http://schemas.openxmlformats.org/officeDocument/2006/relationships/slideLayout" Target="/ppt/slideLayouts/slideLayout3.xml" Id="Rd65691fc91b84ec3" /><Relationship Type="http://schemas.openxmlformats.org/officeDocument/2006/relationships/slideLayout" Target="/ppt/slideLayouts/slideLayout4.xml" Id="Rfbfff30c31a244a3" /><Relationship Type="http://schemas.openxmlformats.org/officeDocument/2006/relationships/slideLayout" Target="/ppt/slideLayouts/slideLayout5.xml" Id="R80277943fbb64daf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10313673eb4863"/>
    <p:sldLayoutId xmlns:r="http://schemas.openxmlformats.org/officeDocument/2006/relationships" id="2147483650" r:id="R7d9586aed7f24a4c"/>
    <p:sldLayoutId xmlns:r="http://schemas.openxmlformats.org/officeDocument/2006/relationships" id="2147483651" r:id="Rd65691fc91b84ec3"/>
    <p:sldLayoutId xmlns:r="http://schemas.openxmlformats.org/officeDocument/2006/relationships" id="2147483652" r:id="Rfbfff30c31a244a3"/>
    <p:sldLayoutId xmlns:r="http://schemas.openxmlformats.org/officeDocument/2006/relationships" id="2147483653" r:id="R80277943fbb64daf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48c57a09824d62" /><Relationship Type="http://schemas.openxmlformats.org/officeDocument/2006/relationships/chart" Target="/ppt/slides/charts/chart1.xml" Id="R650f389e88fc4302" /></Relationships>
</file>

<file path=ppt/slides/charts/_rels/chart1.xml.rels>&#65279;<?xml version="1.0" encoding="utf-8"?><Relationships xmlns="http://schemas.openxmlformats.org/package/2006/relationships"><Relationship Type="http://schemas.openxmlformats.org/officeDocument/2006/relationships/package" Target="/ppt/slides/charts/embeddings/package2.bin" Id="Rea262dde4bf0473c" /></Relationships>
</file>

<file path=ppt/slides/charts/chart1.xml><?xml version="1.0" encoding="utf-8"?>
<c:chartSpace xmlns:a="http://schemas.openxmlformats.org/drawingml/2006/main"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/>
              <a:t>Revenue</a:t>
            </a:r>
          </a:p>
        </c:rich>
      </c:tx>
      <c:layout/>
      <c:overlay val="0"/>
    </c:title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ChartData!$B$1</c:f>
              <c:strCache>
                <c:ptCount val="1"/>
                <c:pt idx="0">
                  <c:v>North</c:v>
                </c:pt>
              </c:strCache>
            </c:strRef>
          </c:tx>
          <c:invertIfNegative val="0"/>
          <c:cat>
            <c:strRef>
              <c:f>ChartData!$A$2:$A$5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ChartData!$B$2:$B$5</c:f>
              <c:numCache>
                <c:formatCode>General</c:formatCode>
                <c:ptCount val="4"/>
                <c:pt idx="0">
                  <c:v>10</c:v>
                </c:pt>
                <c:pt idx="1">
                  <c:v>12</c:v>
                </c:pt>
                <c:pt idx="2">
                  <c:v>15</c:v>
                </c:pt>
                <c:pt idx="3">
                  <c:v>11</c:v>
                </c:pt>
              </c:numCache>
            </c:numRef>
          </c:val>
        </c:ser>
        <c:ser>
          <c:idx val="1"/>
          <c:order val="1"/>
          <c:tx>
            <c:strRef>
              <c:f>ChartData!$C$1</c:f>
              <c:strCache>
                <c:ptCount val="1"/>
                <c:pt idx="0">
                  <c:v>South</c:v>
                </c:pt>
              </c:strCache>
            </c:strRef>
          </c:tx>
          <c:invertIfNegative val="0"/>
          <c:cat>
            <c:strRef>
              <c:f>ChartData!$A$2:$A$5</c:f>
              <c:strCache>
                <c:ptCount val="4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</c:strCache>
            </c:strRef>
          </c:cat>
          <c:val>
            <c:numRef>
              <c:f>ChartData!$C$2:$C$5</c:f>
              <c:numCache>
                <c:formatCode>General</c:formatCode>
                <c:ptCount val="4"/>
                <c:pt idx="0">
                  <c:v>20</c:v>
                </c:pt>
                <c:pt idx="1">
                  <c:v>18</c:v>
                </c:pt>
                <c:pt idx="2">
                  <c:v>25</c:v>
                </c:pt>
                <c:pt idx="3">
                  <c:v>22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majorGridlines/>
        <c:numFmt formatCode="General" sourceLinked="1"/>
        <c:tickLblPos val="nextTo"/>
        <c:crossAx val="48650112"/>
        <c:crosses val="autoZero"/>
        <c:crossBetween val="between"/>
      </c:valAx>
    </c:plotArea>
    <c:legend>
      <c:legendPos val="r"/>
      <c:layout/>
      <c:overlay val="0"/>
    </c:legend>
    <c:plotVisOnly val="1"/>
    <c:dispBlanksAs val="gap"/>
  </c:chart>
  <c:externalData xmlns:r="http://schemas.openxmlformats.org/officeDocument/2006/relationships" r:id="Rea262dde4bf0473c">
    <c:autoUpdate val="0"/>
  </c:externalData>
</c:chartSpace>
</file>

<file path=ppt/slides/slide1.xml><?xml version="1.0" encoding="utf-8"?>
<p:sld xmlns:r="http://schemas.openxmlformats.org/officeDocument/2006/relationships" xmlns:c="http://schemas.openxmlformats.org/drawingml/2006/chart"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OfficeAgent Chart 3" descr="Revenue by quarter"/>
          <p:cNvGraphicFramePr>
            <a:graphicFrameLocks noGrp="1"/>
          </p:cNvGraphicFramePr>
          <p:nvPr/>
        </p:nvGraphicFramePr>
        <p:xfrm>
          <a:off x="762000" y="1143000"/>
          <a:ext cx="6096000" cy="3429000"/>
        </p:xfrm>
        <a:graphic>
          <a:graphicData uri="http://schemas.openxmlformats.org/drawingml/2006/chart">
            <c:chart xmlns:r="http://schemas.openxmlformats.org/officeDocument/2006/relationships" xmlns:c="http://schemas.openxmlformats.org/drawingml/2006/chart" r:id="R650f389e88fc4302"/>
          </a:graphicData>
        </a:graphic>
      </p:graphicFrame>
    </p:spTree>
  </p:cSld>
</p:sld>
</file>