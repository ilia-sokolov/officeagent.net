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9651908bd5e47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2c43903bcd84b03"/>
  </p:sldMasterIdLst>
  <p:sldIdLst>
    <p:sldId xmlns:r="http://schemas.openxmlformats.org/officeDocument/2006/relationships" id="256" r:id="Rb77733694a3248a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3903bcd84b03" /><Relationship Type="http://schemas.openxmlformats.org/officeDocument/2006/relationships/slide" Target="/ppt/slides/slide1.xml" Id="Rb77733694a3248a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a27cf0bad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db6f48b794c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ac2183adf47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a1c9f263646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0740bb084f8c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d2bf36e90a84753" /><Relationship Type="http://schemas.openxmlformats.org/officeDocument/2006/relationships/slideLayout" Target="/ppt/slideLayouts/slideLayout1.xml" Id="Ra9f05f878b854b45" /><Relationship Type="http://schemas.openxmlformats.org/officeDocument/2006/relationships/slideLayout" Target="/ppt/slideLayouts/slideLayout2.xml" Id="R058f966d00bd4fe3" /><Relationship Type="http://schemas.openxmlformats.org/officeDocument/2006/relationships/slideLayout" Target="/ppt/slideLayouts/slideLayout3.xml" Id="R8888beb8c0a64219" /><Relationship Type="http://schemas.openxmlformats.org/officeDocument/2006/relationships/slideLayout" Target="/ppt/slideLayouts/slideLayout4.xml" Id="R840911e3e80d4179" /><Relationship Type="http://schemas.openxmlformats.org/officeDocument/2006/relationships/slideLayout" Target="/ppt/slideLayouts/slideLayout5.xml" Id="Ra0e88e107475461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05f878b854b45"/>
    <p:sldLayoutId xmlns:r="http://schemas.openxmlformats.org/officeDocument/2006/relationships" id="2147483650" r:id="R058f966d00bd4fe3"/>
    <p:sldLayoutId xmlns:r="http://schemas.openxmlformats.org/officeDocument/2006/relationships" id="2147483651" r:id="R8888beb8c0a64219"/>
    <p:sldLayoutId xmlns:r="http://schemas.openxmlformats.org/officeDocument/2006/relationships" id="2147483652" r:id="R840911e3e80d4179"/>
    <p:sldLayoutId xmlns:r="http://schemas.openxmlformats.org/officeDocument/2006/relationships" id="2147483653" r:id="Ra0e88e107475461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5084ac8540e4" /><Relationship Type="http://schemas.openxmlformats.org/officeDocument/2006/relationships/chart" Target="/ppt/slides/charts/chart1.xml" Id="R66618260e4804fa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9b8f1cd9bb9e4290" /></Relationships>
</file>

<file path=ppt/slides/charts/chart1.xml><?xml version="1.0" encoding="utf-8"?>
<c:chartSpace xmlns:a="http://schemas.openxmlformats.org/drawingml/2006/main"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North</c:v>
                </c:pt>
              </c:strCache>
            </c:strRef>
          </c:tx>
          <c:invertIfNegative val="0"/>
          <c:cat>
            <c:strRef>
              <c:f>ChartData!$A$2:$A$5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ChartData!$B$2:$B$5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15</c:v>
                </c:pt>
                <c:pt idx="3">
                  <c:v>11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South</c:v>
                </c:pt>
              </c:strCache>
            </c:strRef>
          </c:tx>
          <c:invertIfNegative val="0"/>
          <c:cat>
            <c:strRef>
              <c:f>ChartData!$A$2:$A$5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ChartData!$C$2:$C$5</c:f>
              <c:numCache>
                <c:formatCode>General</c:formatCode>
                <c:ptCount val="4"/>
                <c:pt idx="0">
                  <c:v>20</c:v>
                </c:pt>
                <c:pt idx="1">
                  <c:v>18</c:v>
                </c:pt>
                <c:pt idx="2">
                  <c:v>25</c:v>
                </c:pt>
                <c:pt idx="3">
                  <c:v>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9b8f1cd9bb9e4290">
    <c:autoUpdate val="0"/>
  </c:externalData>
</c:chartSpace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6618260e4804fa6"/>
          </a:graphicData>
        </a:graphic>
      </p:graphicFrame>
    </p:spTree>
  </p:cSld>
</p:sld>
</file>