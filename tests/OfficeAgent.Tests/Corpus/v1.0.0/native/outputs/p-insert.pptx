
<file path=[Content_Types].xml><?xml version="1.0" encoding="utf-8"?>
<Types xmlns="http://schemas.openxmlformats.org/package/2006/content-types">
  <Default Extension="xml" ContentType="application/vnd.openxmlformats-officedocument.presentationml.presentation.main+xml"/>
  <Default Extension="rels" ContentType="application/vnd.openxmlformats-package.relationships+xml"/>
  <Override PartName="/ppt/slideMasters/slideMaster1.xml" ContentType="application/vnd.openxmlformats-officedocument.presentationml.slideMaster+xml"/>
  <Override PartName="/ppt/slideMasters/theme/theme1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</Types>
</file>

<file path=_rels/.rels>&#65279;<?xml version="1.0" encoding="utf-8"?><Relationships xmlns="http://schemas.openxmlformats.org/package/2006/relationships"><Relationship Type="http://schemas.openxmlformats.org/officeDocument/2006/relationships/officeDocument" Target="/ppt/presentation.xml" Id="Re0b9f8a15baf4000" /></Relationships>
</file>

<file path=ppt/presentation.xml><?xml version="1.0" encoding="utf-8"?>
<p:presentation xmlns:r="http://schemas.openxmlformats.org/officeDocument/2006/relationships" xmlns:p="http://schemas.openxmlformats.org/presentationml/2006/main">
  <p:sldMasterIdLst>
    <p:sldMasterId xmlns:r="http://schemas.openxmlformats.org/officeDocument/2006/relationships" id="2147483648" r:id="R570c7f128a9d41bd"/>
  </p:sldMasterIdLst>
  <p:sldIdLst>
    <p:sldId xmlns:r="http://schemas.openxmlformats.org/officeDocument/2006/relationships" id="256" r:id="R99ef8e78f19b43dd"/>
    <p:sldId id="257" r:id="R93104dc9e1204b9f"/>
    <p:sldId id="258" r:id="Rbefaa6c0b4f942e3"/>
  </p:sldIdLst>
  <p:sldSz cx="12192000" cy="6858000"/>
  <p:notesSz cx="6858000" cy="9144000"/>
</p:presentation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70c7f128a9d41bd" /><Relationship Type="http://schemas.openxmlformats.org/officeDocument/2006/relationships/slide" Target="/ppt/slides/slide1.xml" Id="R99ef8e78f19b43dd" /><Relationship Type="http://schemas.openxmlformats.org/officeDocument/2006/relationships/slide" Target="/ppt/slides/slide2.xml" Id="R93104dc9e1204b9f" /><Relationship Type="http://schemas.openxmlformats.org/officeDocument/2006/relationships/slide" Target="/ppt/slides/slide3.xml" Id="Rbefaa6c0b4f942e3" /></Relationship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6591a51e2bd4e1d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6ce5a2d8968459f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da31bfd83654e09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5be3aed2f204c80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12badd59abe40bd" /></Relationships>
</file>

<file path=ppt/slideLayouts/slideLayout1.xml><?xml version="1.0" encoding="utf-8"?>
<p:sldLayout xmlns:a="http://schemas.openxmlformats.org/drawingml/2006/main" xmlns:p="http://schemas.openxmlformats.org/presentationml/2006/main" type="title">
  <p:cSld name="Title Slide"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ctrTitle"/>
          </p:nvPr>
        </p:nvSpPr>
        <p:spPr>
          <a:xfrm xmlns:a="http://schemas.openxmlformats.org/drawingml/2006/main">
            <a:off x="1524000" y="1122363"/>
            <a:ext cx="9144000" cy="2387600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j-lt"/>
              </a:defRPr>
            </a:lvl1pPr>
          </a:lstStyle>
          <a:p xmlns:a="http://schemas.openxmlformats.org/drawingml/2006/main">
            <a:endParaRPr lang="en-US"/>
          </a:p>
        </p:txBody>
      </p:sp>
      <p:sp>
        <p:nvSpPr>
          <p:cNvPr id="3" name="Subtitle 2"/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524000" y="3602038"/>
            <a:ext cx="9144000" cy="1655762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n-lt"/>
              </a:defRPr>
            </a:lvl1pPr>
          </a:lstStyle>
          <a:p xmlns:a="http://schemas.openxmlformats.org/drawingml/2006/main">
            <a:endParaRPr lang="en-US"/>
          </a:p>
        </p:txBody>
      </p:sp>
    </p:spTree>
  </p:cSld>
  <p:clrMapOvr>
    <a:masterClrMapping xmlns:a="http://schemas.openxmlformats.org/drawingml/2006/main"/>
  </p:clrMapOvr>
</p:sldLayout>
</file>

<file path=ppt/slideLayouts/slideLayout2.xml><?xml version="1.0" encoding="utf-8"?>
<p:sldLayout xmlns:a="http://schemas.openxmlformats.org/drawingml/2006/main" xmlns:p="http://schemas.openxmlformats.org/presentationml/2006/main" type="obj">
  <p:cSld name="Title and Content"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j-lt"/>
              </a:defRPr>
            </a:lvl1pPr>
          </a:lstStyle>
          <a:p xmlns:a="http://schemas.openxmlformats.org/drawingml/2006/main">
            <a:endParaRPr lang="en-US"/>
          </a:p>
        </p:txBody>
      </p:sp>
      <p:sp>
        <p:nvSpPr>
          <p:cNvPr id="3" name="Content Placeholder 2"/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838200" y="1825625"/>
            <a:ext cx="10515600" cy="4351338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n-lt"/>
              </a:defRPr>
            </a:lvl1pPr>
          </a:lstStyle>
          <a:p xmlns:a="http://schemas.openxmlformats.org/drawingml/2006/main">
            <a:endParaRPr lang="en-US"/>
          </a:p>
        </p:txBody>
      </p:sp>
    </p:spTree>
  </p:cSld>
  <p:clrMapOvr>
    <a:masterClrMapping xmlns:a="http://schemas.openxmlformats.org/drawingml/2006/main"/>
  </p:clrMapOvr>
</p:sldLayout>
</file>

<file path=ppt/slideLayouts/slideLayout3.xml><?xml version="1.0" encoding="utf-8"?>
<p:sldLayout xmlns:p="http://schemas.openxmlformats.org/presentationml/2006/main" type="secHead">
  <p:cSld name="Section Header"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1850" y="1709738"/>
            <a:ext cx="10515600" cy="2852737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j-lt"/>
              </a:defRPr>
            </a:lvl1pPr>
          </a:lstStyle>
          <a:p xmlns:a="http://schemas.openxmlformats.org/drawingml/2006/main">
            <a:endParaRPr lang="en-US"/>
          </a:p>
        </p:txBody>
      </p:sp>
      <p:sp>
        <p:nvSpPr>
          <p:cNvPr id="3" name="Text Placeholder 2"/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1850" y="4589463"/>
            <a:ext cx="10515600" cy="1500187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n-lt"/>
              </a:defRPr>
            </a:lvl1pPr>
          </a:lstStyle>
          <a:p xmlns:a="http://schemas.openxmlformats.org/drawingml/2006/main">
            <a:endParaRPr lang="en-US"/>
          </a:p>
        </p:txBody>
      </p:sp>
    </p:spTree>
  </p:cSld>
  <p:clrMapOvr>
    <a:masterClrMapping xmlns:a="http://schemas.openxmlformats.org/drawingml/2006/main"/>
  </p:clrMapOvr>
</p:sldLayout>
</file>

<file path=ppt/slideLayouts/slideLayout4.xml><?xml version="1.0" encoding="utf-8"?>
<p:sldLayout xmlns:p="http://schemas.openxmlformats.org/presentationml/2006/main" type="titleOnly">
  <p:cSld name="Title Only"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j-lt"/>
              </a:defRPr>
            </a:lvl1pPr>
          </a:lstStyle>
          <a:p xmlns:a="http://schemas.openxmlformats.org/drawingml/2006/main">
            <a:endParaRPr lang="en-US"/>
          </a:p>
        </p:txBody>
      </p:sp>
    </p:spTree>
  </p:cSld>
  <p:clrMapOvr>
    <a:masterClrMapping xmlns:a="http://schemas.openxmlformats.org/drawingml/2006/main"/>
  </p:clrMapOvr>
</p:sldLayout>
</file>

<file path=ppt/slideLayouts/slideLayout5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/>
    </p:spTree>
  </p:cSld>
  <p:clrMapOvr>
    <a:masterClrMapping xmlns:a="http://schemas.openxmlformats.org/drawingml/2006/main"/>
  </p:clrMapOvr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1.xml" Id="R45a6024854814129" /><Relationship Type="http://schemas.openxmlformats.org/officeDocument/2006/relationships/slideLayout" Target="/ppt/slideLayouts/slideLayout1.xml" Id="R25cb8f6de14f42bd" /><Relationship Type="http://schemas.openxmlformats.org/officeDocument/2006/relationships/slideLayout" Target="/ppt/slideLayouts/slideLayout2.xml" Id="R337b6e4ee03742c7" /><Relationship Type="http://schemas.openxmlformats.org/officeDocument/2006/relationships/slideLayout" Target="/ppt/slideLayouts/slideLayout3.xml" Id="R00654b90173242ee" /><Relationship Type="http://schemas.openxmlformats.org/officeDocument/2006/relationships/slideLayout" Target="/ppt/slideLayouts/slideLayout4.xml" Id="R9f49a021cc9e49c6" /><Relationship Type="http://schemas.openxmlformats.org/officeDocument/2006/relationships/slideLayout" Target="/ppt/slideLayouts/slideLayout5.xml" Id="R1021dc56617a49e8" /></Relationships>
</file>

<file path=ppt/slideMasters/slideMaster1.xml><?xml version="1.0" encoding="utf-8"?>
<p:sldMaster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Placeholder 1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j-lt"/>
              </a:defRPr>
            </a:lvl1pPr>
          </a:lstStyle>
          <a:p xmlns:a="http://schemas.openxmlformats.org/drawingml/2006/main">
            <a:endParaRPr lang="en-US"/>
          </a:p>
        </p:txBody>
      </p:sp>
      <p:sp>
        <p:nvSpPr>
          <p:cNvPr id="3" name="Text Placeholder 2"/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n-lt"/>
              </a:defRPr>
            </a:lvl1pPr>
          </a:lstStyle>
          <a:p xmlns:a="http://schemas.openxmlformats.org/drawingml/2006/main"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25cb8f6de14f42bd"/>
    <p:sldLayoutId xmlns:r="http://schemas.openxmlformats.org/officeDocument/2006/relationships" id="2147483650" r:id="R337b6e4ee03742c7"/>
    <p:sldLayoutId xmlns:r="http://schemas.openxmlformats.org/officeDocument/2006/relationships" id="2147483651" r:id="R00654b90173242ee"/>
    <p:sldLayoutId xmlns:r="http://schemas.openxmlformats.org/officeDocument/2006/relationships" id="2147483652" r:id="R9f49a021cc9e49c6"/>
    <p:sldLayoutId xmlns:r="http://schemas.openxmlformats.org/officeDocument/2006/relationships" id="2147483653" r:id="R1021dc56617a49e8"/>
  </p:sldLayoutIdLst>
</p:sldMaster>
</file>

<file path=ppt/slideMasters/theme/theme1.xml><?xml version="1.0" encoding="utf-8"?>
<a:theme xmlns:a="http://schemas.openxmlformats.org/drawingml/2006/main" name="Office Theme">
  <a:themeElements>
    <a:clrScheme name="Office">
      <a:dk1>
        <a:sysClr val="windowText"/>
      </a:dk1>
      <a:lt1>
        <a:sysClr val="window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0b61ab6510a45d2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d0561a92666346be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df5c80b6645b4c75" /></Relationships>
</file>

<file path=ppt/slides/slide1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title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</p:sld>
</file>

<file path=ppt/slides/slide2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title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Second</a:t>
            </a:r>
          </a:p>
          <a:p>
            <a:r>
              <a:rPr lang="en-US"/>
              <a:t>Draft for discussion</a:t>
            </a:r>
          </a:p>
        </p:txBody>
      </p:sp>
      <p:sp>
        <p:nvSpPr>
          <p:cNvPr id="3" name="Content Placeholder 2"/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A point</a:t>
            </a:r>
          </a:p>
          <a:p xmlns:a="http://schemas.openxmlformats.org/drawingml/2006/main">
            <a:r>
              <a:rPr lang="en-US"/>
              <a:t>Another point</a:t>
            </a:r>
          </a:p>
        </p:txBody>
      </p:sp>
    </p:spTree>
  </p:cSld>
</p:sld>
</file>

<file path=ppt/slides/slide3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title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Third</a:t>
            </a:r>
          </a:p>
        </p:txBody>
      </p:sp>
      <p:sp>
        <p:nvSpPr>
          <p:cNvPr id="3" name="Content Placeholder 2"/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Closing point</a:t>
            </a:r>
          </a:p>
        </p:txBody>
      </p:sp>
    </p:spTree>
  </p:cSld>
</p:sld>
</file>