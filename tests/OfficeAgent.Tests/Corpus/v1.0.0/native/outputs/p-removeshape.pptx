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8fc4e4be3d64bb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77e8bad93ab34fb4"/>
  </p:sldMasterIdLst>
  <p:sldIdLst>
    <p:sldId xmlns:r="http://schemas.openxmlformats.org/officeDocument/2006/relationships" id="256" r:id="R5980bd5c968a4229"/>
    <p:sldId xmlns:r="http://schemas.openxmlformats.org/officeDocument/2006/relationships" id="257" r:id="R1a759961f97e469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e8bad93ab34fb4" /><Relationship Type="http://schemas.openxmlformats.org/officeDocument/2006/relationships/slide" Target="/ppt/slides/slide1.xml" Id="R5980bd5c968a4229" /><Relationship Type="http://schemas.openxmlformats.org/officeDocument/2006/relationships/slide" Target="/ppt/slides/slide2.xml" Id="R1a759961f97e4695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2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Remember to mention the Acme Corp merger.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d3cd2410f4730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8e1b6be4345d1" /><Relationship Type="http://schemas.openxmlformats.org/officeDocument/2006/relationships/theme" Target="/ppt/slideMasters/theme/theme1.xml" Id="R4249aa42e2cb4a8b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08e1b6be4345d1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8c3641c043fe4d54" /><Relationship Type="http://schemas.openxmlformats.org/officeDocument/2006/relationships/slideLayout" Target="/ppt/slideLayouts/slideLayout1.xml" Id="R1fa9df95ec4b42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b949f286f4d24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sp>
        <p:nvSpPr>
          <p:cNvPr id="3" name="Body 3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Acme </a:t>
            </a:r>
            <a:r>
              <a:rPr lang="en-US" dirty="0"/>
              <a:t>Corp revenue grew in every region except </a:t>
            </a:r>
            <a:r>
              <a:rPr lang="en-US" dirty="0"/>
              <a:t>Acme Corp EMEA.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Outlook</a:t>
            </a:r>
          </a:p>
        </p:txBody>
      </p:sp>
    </p:spTree>
  </p:cSld>
</p:sld>
</file>