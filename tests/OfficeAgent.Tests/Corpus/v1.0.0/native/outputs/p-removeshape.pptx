
<file path=[Content_Types].xml><?xml version="1.0" encoding="utf-8"?>
<Types xmlns="http://schemas.openxmlformats.org/package/2006/content-types">
  <Default Extension="xml" ContentType="application/vnd.openxmlformats-officedocument.presentationml.presentation.main+xml"/>
  <Default Extension="rels" ContentType="application/vnd.openxmlformats-package.relationships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slideMasters/theme/theme1.xml" ContentType="application/vnd.openxmlformats-officedocument.theme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</Types>
</file>

<file path=_rels/.rels>&#65279;<?xml version="1.0" encoding="utf-8"?><Relationships xmlns="http://schemas.openxmlformats.org/package/2006/relationships"><Relationship Type="http://schemas.openxmlformats.org/officeDocument/2006/relationships/officeDocument" Target="/ppt/presentation.xml" Id="Rf0a321dd80494d75" /></Relationships>
</file>

<file path=ppt/presentation.xml><?xml version="1.0" encoding="utf-8"?>
<p:presentation xmlns:r="http://schemas.openxmlformats.org/officeDocument/2006/relationships" xmlns:p="http://schemas.openxmlformats.org/presentationml/2006/main">
  <p:sldMasterIdLst>
    <p:sldMasterId xmlns:r="http://schemas.openxmlformats.org/officeDocument/2006/relationships" id="2147483648" r:id="R82dda8003dad4ebc"/>
  </p:sldMasterIdLst>
  <p:sldIdLst>
    <p:sldId xmlns:r="http://schemas.openxmlformats.org/officeDocument/2006/relationships" id="256" r:id="R136a454b2bf6418c"/>
    <p:sldId xmlns:r="http://schemas.openxmlformats.org/officeDocument/2006/relationships" id="257" r:id="Rb5897c0c6d8d48ce"/>
  </p:sldIdLst>
  <p:sldSz cx="12192000" cy="6858000"/>
  <p:notesSz cx="6858000" cy="9144000"/>
</p:presentation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2dda8003dad4ebc" /><Relationship Type="http://schemas.openxmlformats.org/officeDocument/2006/relationships/slide" Target="/ppt/slides/slide1.xml" Id="R136a454b2bf6418c" /><Relationship Type="http://schemas.openxmlformats.org/officeDocument/2006/relationships/slide" Target="/ppt/slides/slide2.xml" Id="Rb5897c0c6d8d48ce" /></Relationships>
</file>

<file path=ppt/notesSlides/notesSlide1.xml><?xml version="1.0" encoding="utf-8"?>
<p:notes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Body 2"/>
          <p:cNvSpPr>
            <a:spLocks xmlns:a="http://schemas.openxmlformats.org/drawingml/2006/main" noGrp="1"/>
          </p:cNvSpPr>
          <p:nvPr/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Remember to mention the Acme Corp merger.</a:t>
            </a:r>
          </a:p>
        </p:txBody>
      </p:sp>
    </p:spTree>
  </p:cSld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57f082946cf4dc4" /></Relationships>
</file>

<file path=ppt/slideLayouts/slideLayout1.xml><?xml version="1.0" encoding="utf-8"?>
<p:sldLayout xmlns:p="http://schemas.openxmlformats.org/presentationml/2006/main" type="title">
  <p:cSld>
    <p:spTree>
      <p:nvGrpSpPr>
        <p:cNvPr id="1" name=""/>
        <p:cNvGrpSpPr/>
        <p:nvPr/>
      </p:nvGrpSpPr>
      <p:grpSpPr/>
    </p:spTree>
  </p:cSld>
  <p:clrMapOvr>
    <a:masterClrMapping xmlns:a="http://schemas.openxmlformats.org/drawingml/2006/main"/>
  </p:clrMapOvr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16027d2a1249ab" /><Relationship Type="http://schemas.openxmlformats.org/officeDocument/2006/relationships/theme" Target="/ppt/slideMasters/theme/theme1.xml" Id="R3376643ad33947d8" /></Relationships>
</file>

<file path=ppt/slideMasters/slideMaster1.xml><?xml version="1.0" encoding="utf-8"?>
<p:sldMaster xmlns:p="http://schemas.openxmlformats.org/presentationml/2006/main">
  <p:cSld>
    <p:spTree>
      <p:nvGrpSpPr>
        <p:cNvPr id="1" name=""/>
        <p:cNvGrpSpPr/>
        <p:nvPr/>
      </p:nvGrpSpPr>
      <p:grpSpPr/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116027d2a1249ab"/>
  </p:sldLayoutIdLst>
</p:sldMaster>
</file>

<file path=ppt/slideMasters/theme/theme1.xml><?xml version="1.0" encoding="utf-8"?>
<a:theme xmlns:a="http://schemas.openxmlformats.org/drawingml/2006/main" name="Office Theme">
  <a:themeElements>
    <a:clrScheme name="Office">
      <a:dk1>
        <a:sysClr val="windowText"/>
      </a:dk1>
      <a:lt1>
        <a:sysClr val="window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notesSlide" Target="/ppt/notesSlides/notesSlide1.xml" Id="Re34accf36a8143ee" /><Relationship Type="http://schemas.openxmlformats.org/officeDocument/2006/relationships/slideLayout" Target="/ppt/slideLayouts/slideLayout1.xml" Id="R463d32f2eb4741d8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912e01e18ae4fdf" /></Relationships>
</file>

<file path=ppt/slides/slide1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Quarterly Review</a:t>
            </a:r>
          </a:p>
        </p:txBody>
      </p:sp>
      <p:sp>
        <p:nvSpPr>
          <p:cNvPr id="3" name="Body 3"/>
          <p:cNvSpPr>
            <a:spLocks xmlns:a="http://schemas.openxmlformats.org/drawingml/2006/main" noGrp="1"/>
          </p:cNvSpPr>
          <p:nvPr/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Acme </a:t>
            </a:r>
            <a:r>
              <a:rPr lang="en-US" dirty="0"/>
              <a:t>Corp revenue grew in every region except </a:t>
            </a:r>
            <a:r>
              <a:rPr lang="en-US" dirty="0"/>
              <a:t>Acme Corp EMEA.</a:t>
            </a:r>
          </a:p>
        </p:txBody>
      </p:sp>
    </p:spTree>
  </p:cSld>
</p:sld>
</file>

<file path=ppt/slides/slide2.xml><?xml version="1.0" encoding="utf-8"?>
<p:sld xmlns:a="http://schemas.openxmlformats.org/drawingml/2006/main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itle 2"/>
          <p:cNvSpPr>
            <a:spLocks xmlns:a="http://schemas.openxmlformats.org/drawingml/2006/main" noGrp="1"/>
          </p:cNvSpPr>
          <p:nvPr>
            <p:ph type="title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lang="en-US" dirty="0"/>
              <a:t>Outlook</a:t>
            </a:r>
          </a:p>
        </p:txBody>
      </p:sp>
    </p:spTree>
  </p:cSld>
</p:sld>
</file>