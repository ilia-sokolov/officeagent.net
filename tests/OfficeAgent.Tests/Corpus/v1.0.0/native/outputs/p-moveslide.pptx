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b9f8a15baf40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70c7f128a9d41bd"/>
  </p:sldMasterIdLst>
  <p:sldIdLst>
    <p:sldId id="258" r:id="Rbefaa6c0b4f942e3"/>
    <p:sldId xmlns:r="http://schemas.openxmlformats.org/officeDocument/2006/relationships" id="256" r:id="R99ef8e78f19b43dd"/>
    <p:sldId id="257" r:id="R93104dc9e1204b9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c7f128a9d41bd" /><Relationship Type="http://schemas.openxmlformats.org/officeDocument/2006/relationships/slide" Target="/ppt/slides/slide1.xml" Id="R99ef8e78f19b43dd" /><Relationship Type="http://schemas.openxmlformats.org/officeDocument/2006/relationships/slide" Target="/ppt/slides/slide2.xml" Id="R93104dc9e1204b9f" /><Relationship Type="http://schemas.openxmlformats.org/officeDocument/2006/relationships/slide" Target="/ppt/slides/slide3.xml" Id="Rbefaa6c0b4f942e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1a51e2bd4e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e5a2d896845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31bfd8365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e3aed2f20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badd59abe40b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5a6024854814129" /><Relationship Type="http://schemas.openxmlformats.org/officeDocument/2006/relationships/slideLayout" Target="/ppt/slideLayouts/slideLayout1.xml" Id="R25cb8f6de14f42bd" /><Relationship Type="http://schemas.openxmlformats.org/officeDocument/2006/relationships/slideLayout" Target="/ppt/slideLayouts/slideLayout2.xml" Id="R337b6e4ee03742c7" /><Relationship Type="http://schemas.openxmlformats.org/officeDocument/2006/relationships/slideLayout" Target="/ppt/slideLayouts/slideLayout3.xml" Id="R00654b90173242ee" /><Relationship Type="http://schemas.openxmlformats.org/officeDocument/2006/relationships/slideLayout" Target="/ppt/slideLayouts/slideLayout4.xml" Id="R9f49a021cc9e49c6" /><Relationship Type="http://schemas.openxmlformats.org/officeDocument/2006/relationships/slideLayout" Target="/ppt/slideLayouts/slideLayout5.xml" Id="R1021dc56617a49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b8f6de14f42bd"/>
    <p:sldLayoutId xmlns:r="http://schemas.openxmlformats.org/officeDocument/2006/relationships" id="2147483650" r:id="R337b6e4ee03742c7"/>
    <p:sldLayoutId xmlns:r="http://schemas.openxmlformats.org/officeDocument/2006/relationships" id="2147483651" r:id="R00654b90173242ee"/>
    <p:sldLayoutId xmlns:r="http://schemas.openxmlformats.org/officeDocument/2006/relationships" id="2147483652" r:id="R9f49a021cc9e49c6"/>
    <p:sldLayoutId xmlns:r="http://schemas.openxmlformats.org/officeDocument/2006/relationships" id="2147483653" r:id="R1021dc56617a49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61ab6510a45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61a92666346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c80b6645b4c7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