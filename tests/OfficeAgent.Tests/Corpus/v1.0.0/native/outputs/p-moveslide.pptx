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b854069f1349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5f915cdc724fcc"/>
  </p:sldMasterIdLst>
  <p:sldIdLst>
    <p:sldId id="258" r:id="Rf37e43e42fcc4855"/>
    <p:sldId xmlns:r="http://schemas.openxmlformats.org/officeDocument/2006/relationships" id="256" r:id="Rd693be35b6e842fa"/>
    <p:sldId id="257" r:id="R6f3c2efa48394b4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f915cdc724fcc" /><Relationship Type="http://schemas.openxmlformats.org/officeDocument/2006/relationships/slide" Target="/ppt/slides/slide1.xml" Id="Rd693be35b6e842fa" /><Relationship Type="http://schemas.openxmlformats.org/officeDocument/2006/relationships/slide" Target="/ppt/slides/slide2.xml" Id="R6f3c2efa48394b41" /><Relationship Type="http://schemas.openxmlformats.org/officeDocument/2006/relationships/slide" Target="/ppt/slides/slide3.xml" Id="Rf37e43e42fcc485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c39e481c1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192e3911b46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1ffb3ff84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717c82034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856ed93fb4c16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028a61d5d9747fe" /><Relationship Type="http://schemas.openxmlformats.org/officeDocument/2006/relationships/slideLayout" Target="/ppt/slideLayouts/slideLayout1.xml" Id="R15038d8875d343d2" /><Relationship Type="http://schemas.openxmlformats.org/officeDocument/2006/relationships/slideLayout" Target="/ppt/slideLayouts/slideLayout2.xml" Id="Raa4cbfd07f3a4e0b" /><Relationship Type="http://schemas.openxmlformats.org/officeDocument/2006/relationships/slideLayout" Target="/ppt/slideLayouts/slideLayout3.xml" Id="Re02f4407ef2f4fac" /><Relationship Type="http://schemas.openxmlformats.org/officeDocument/2006/relationships/slideLayout" Target="/ppt/slideLayouts/slideLayout4.xml" Id="R4079cae215cd45e6" /><Relationship Type="http://schemas.openxmlformats.org/officeDocument/2006/relationships/slideLayout" Target="/ppt/slideLayouts/slideLayout5.xml" Id="R04499f5e7fe64b4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038d8875d343d2"/>
    <p:sldLayoutId xmlns:r="http://schemas.openxmlformats.org/officeDocument/2006/relationships" id="2147483650" r:id="Raa4cbfd07f3a4e0b"/>
    <p:sldLayoutId xmlns:r="http://schemas.openxmlformats.org/officeDocument/2006/relationships" id="2147483651" r:id="Re02f4407ef2f4fac"/>
    <p:sldLayoutId xmlns:r="http://schemas.openxmlformats.org/officeDocument/2006/relationships" id="2147483652" r:id="R4079cae215cd45e6"/>
    <p:sldLayoutId xmlns:r="http://schemas.openxmlformats.org/officeDocument/2006/relationships" id="2147483653" r:id="R04499f5e7fe64b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18d8db1641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6554112654f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911172cde440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