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4e10e1c0ade943df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0ab58c605feb4204"/>
  </p:sldMasterIdLst>
  <p:sldIdLst>
    <p:sldId id="258" r:id="Re5a9dc5d4eaf4c80"/>
    <p:sldId xmlns:r="http://schemas.openxmlformats.org/officeDocument/2006/relationships" id="256" r:id="R33962d7d4f714ce4"/>
    <p:sldId id="257" r:id="R3e7d0a5869754182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ab58c605feb4204" /><Relationship Type="http://schemas.openxmlformats.org/officeDocument/2006/relationships/slide" Target="/ppt/slides/slide1.xml" Id="R33962d7d4f714ce4" /><Relationship Type="http://schemas.openxmlformats.org/officeDocument/2006/relationships/slide" Target="/ppt/slides/slide2.xml" Id="R3e7d0a5869754182" /><Relationship Type="http://schemas.openxmlformats.org/officeDocument/2006/relationships/slide" Target="/ppt/slides/slide3.xml" Id="Re5a9dc5d4eaf4c80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569285ed3c84690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fd08a707c3e4cc2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817b4d8472040c7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1ab1fd6e54c446c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b95975751ab47b9" /></Relationships>
</file>

<file path=ppt/slideLayouts/slideLayout1.xml><?xml version="1.0" encoding="utf-8"?>
<p:sldLayout xmlns:a="http://schemas.openxmlformats.org/drawingml/2006/main"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Subtitle 2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2.xml><?xml version="1.0" encoding="utf-8"?>
<p:sldLayout xmlns:a="http://schemas.openxmlformats.org/drawingml/2006/main" xmlns:p="http://schemas.openxmlformats.org/presentationml/2006/main" type="obj">
  <p:cSld name="Title and Content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Content Placeholder 2"/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3.xml><?xml version="1.0" encoding="utf-8"?>
<p:sldLayout xmlns:p="http://schemas.openxmlformats.org/presentationml/2006/main" type="secHead">
  <p:cSld name="Section Header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Text Placeholder 2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4.xml><?xml version="1.0" encoding="utf-8"?>
<p:sldLayout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5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ea98ae6157254a6b" /><Relationship Type="http://schemas.openxmlformats.org/officeDocument/2006/relationships/slideLayout" Target="/ppt/slideLayouts/slideLayout1.xml" Id="Ra670d069709940c5" /><Relationship Type="http://schemas.openxmlformats.org/officeDocument/2006/relationships/slideLayout" Target="/ppt/slideLayouts/slideLayout2.xml" Id="R1b1005d2313a4b86" /><Relationship Type="http://schemas.openxmlformats.org/officeDocument/2006/relationships/slideLayout" Target="/ppt/slideLayouts/slideLayout3.xml" Id="R9531f8f9386f4fbd" /><Relationship Type="http://schemas.openxmlformats.org/officeDocument/2006/relationships/slideLayout" Target="/ppt/slideLayouts/slideLayout4.xml" Id="Rdffa033a6084425a" /><Relationship Type="http://schemas.openxmlformats.org/officeDocument/2006/relationships/slideLayout" Target="/ppt/slideLayouts/slideLayout5.xml" Id="Rd39fb83ad9044654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Placeholder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Text Placeholder 2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670d069709940c5"/>
    <p:sldLayoutId xmlns:r="http://schemas.openxmlformats.org/officeDocument/2006/relationships" id="2147483650" r:id="R1b1005d2313a4b86"/>
    <p:sldLayoutId xmlns:r="http://schemas.openxmlformats.org/officeDocument/2006/relationships" id="2147483651" r:id="R9531f8f9386f4fbd"/>
    <p:sldLayoutId xmlns:r="http://schemas.openxmlformats.org/officeDocument/2006/relationships" id="2147483652" r:id="Rdffa033a6084425a"/>
    <p:sldLayoutId xmlns:r="http://schemas.openxmlformats.org/officeDocument/2006/relationships" id="2147483653" r:id="Rd39fb83ad9044654"/>
  </p:sldLayoutIdLst>
</p:sldMaster>
</file>

<file path=ppt/slideMasters/theme/theme1.xml><?xml version="1.0" encoding="utf-8"?>
<a:theme xmlns:a="http://schemas.openxmlformats.org/drawingml/2006/main" name="Office Theme">
  <a:themeElements>
    <a:clrScheme name="Office">
      <a:dk1>
        <a:sysClr val="windowText"/>
      </a:dk1>
      <a:lt1>
        <a:sysClr val="window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81820dff6a14c2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1d8b52c8f91468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c7cb3afb36845b1" /></Relationships>
</file>

<file path=ppt/slides/slide1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</p:sld>
</file>

<file path=ppt/slides/slide2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Second</a:t>
            </a:r>
          </a:p>
        </p:txBody>
      </p:sp>
      <p:sp>
        <p:nvSpPr>
          <p:cNvPr id="3" name="Content Placeholder 2"/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A point</a:t>
            </a:r>
          </a:p>
          <a:p xmlns:a="http://schemas.openxmlformats.org/drawingml/2006/main">
            <a:r>
              <a:rPr lang="en-US"/>
              <a:t>Another point</a:t>
            </a:r>
          </a:p>
        </p:txBody>
      </p:sp>
    </p:spTree>
  </p:cSld>
</p:sld>
</file>

<file path=ppt/slides/slide3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Third</a:t>
            </a:r>
          </a:p>
        </p:txBody>
      </p:sp>
      <p:sp>
        <p:nvSpPr>
          <p:cNvPr id="3" name="Content Placeholder 2"/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Closing point</a:t>
            </a:r>
          </a:p>
        </p:txBody>
      </p:sp>
    </p:spTree>
  </p:cSld>
</p:sld>
</file>