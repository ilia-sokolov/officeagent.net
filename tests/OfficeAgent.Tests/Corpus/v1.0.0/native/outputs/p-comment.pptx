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authors.xml" ContentType="application/vnd.ms-powerpoint.authors+xml"/>
  <Override PartName="/ppt/comments/modernComment.xml" ContentType="application/vnd.ms-powerpoint.comments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authors.xml><?xml version="1.0" encoding="utf-8"?>
<p188:authorLst xmlns:p188="http://schemas.microsoft.com/office/powerpoint/2018/8/main">
  <p188:author id="{36840C79-A371-41EF-B015-A34A14CD3BA5}" name="Reviewer" initials="OA" userId="Reviewer" providerId="None"/>
</p188:authorLst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Relationship Type="http://schemas.microsoft.com/office/2018/10/relationships/authors" Target="/ppt/authors.xml" Id="Rbf11508bb6234d15" /></Relationships>
</file>

<file path=ppt/comments/modernComment.xml><?xml version="1.0" encoding="utf-8"?>
<p188:cmLst xmlns:p188="http://schemas.microsoft.com/office/powerpoint/2018/8/main">
  <p188:cm id="{9952965B-3D71-4424-AE28-528FE29AE1A2}" authorId="{36840C79-A371-41EF-B015-A34A14CD3BA5}" created="2026-09-22T19:12:25.1646302Z">
    <pc:sldMkLst xmlns:pc="http://schemas.microsoft.com/office/powerpoint/2013/main/command">
      <pc:docMk/>
      <pc:sldMk cId="0" sldId="256"/>
    </pc:sldMkLst>
    <p188:pos x="127000" y="127000"/>
    <p188:txBody>
      <a:bodyPr xmlns:a="http://schemas.openxmlformats.org/drawingml/2006/main"/>
      <a:lstStyle xmlns:a="http://schemas.openxmlformats.org/drawingml/2006/main"/>
      <a:p xmlns:a="http://schemas.openxmlformats.org/drawingml/2006/main">
        <a:r>
          <a:rPr lang="en-US"/>
          <a:t>Check the figures.</a:t>
        </a:r>
      </a:p>
    </p188:txBody>
  </p188:cm>
</p188:cmLst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Relationship Type="http://schemas.microsoft.com/office/2018/10/relationships/comments" Target="/ppt/comments/modernComment.xml" Id="R94dccf2f52da4f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