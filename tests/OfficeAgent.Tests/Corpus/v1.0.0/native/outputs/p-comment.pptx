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authors.xml" ContentType="application/vnd.ms-powerpoint.authors+xml"/>
  <Override PartName="/ppt/comments/modernComment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8fc4e4be3d64bb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7e8bad93ab34fb4"/>
  </p:sldMasterIdLst>
  <p:sldIdLst>
    <p:sldId xmlns:r="http://schemas.openxmlformats.org/officeDocument/2006/relationships" id="256" r:id="R5980bd5c968a4229"/>
    <p:sldId xmlns:r="http://schemas.openxmlformats.org/officeDocument/2006/relationships" id="257" r:id="R1a759961f97e4695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925F6CEB-86DF-48E4-83CE-C4B3B357823D}" name="Reviewer" initials="OA" userId="Reviewer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e8bad93ab34fb4" /><Relationship Type="http://schemas.openxmlformats.org/officeDocument/2006/relationships/slide" Target="/ppt/slides/slide1.xml" Id="R5980bd5c968a4229" /><Relationship Type="http://schemas.openxmlformats.org/officeDocument/2006/relationships/slide" Target="/ppt/slides/slide2.xml" Id="R1a759961f97e4695" /><Relationship Type="http://schemas.microsoft.com/office/2018/10/relationships/authors" Target="/ppt/authors.xml" Id="R9dac159f37e146fc" /></Relationships>
</file>

<file path=ppt/comments/modernComment.xml><?xml version="1.0" encoding="utf-8"?>
<p188:cmLst xmlns:p188="http://schemas.microsoft.com/office/powerpoint/2018/8/main">
  <p188:cm id="{26E836A6-ED72-4FC8-B4DF-BF9C1EC52C57}" authorId="{925F6CEB-86DF-48E4-83CE-C4B3B357823D}" created="2026-10-28T09:42:34.393892Z">
    <pc:sldMkLst xmlns:pc="http://schemas.microsoft.com/office/powerpoint/2013/main/command">
      <pc:docMk/>
      <pc:sldMk cId="0" sldId="256"/>
    </pc:sldMkLst>
    <p188:pos x="127000" y="12700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en-US"/>
          <a:t>Check the figures.</a:t>
        </a:r>
      </a:p>
    </p188:txBody>
  </p188:cm>
</p188:cmLst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d3cd2410f4730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8e1b6be4345d1" /><Relationship Type="http://schemas.openxmlformats.org/officeDocument/2006/relationships/theme" Target="/ppt/slideMasters/theme/theme1.xml" Id="R4249aa42e2cb4a8b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8e1b6be4345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c3641c043fe4d54" /><Relationship Type="http://schemas.openxmlformats.org/officeDocument/2006/relationships/slideLayout" Target="/ppt/slideLayouts/slideLayout1.xml" Id="R1fa9df95ec4b42da" /><Relationship Type="http://schemas.microsoft.com/office/2018/10/relationships/comments" Target="/ppt/comments/modernComment.xml" Id="R499ddfdd7e0249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b949f286f4d2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