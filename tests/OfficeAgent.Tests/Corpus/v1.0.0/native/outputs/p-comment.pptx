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authors.xml" ContentType="application/vnd.ms-powerpoint.authors+xml"/>
  <Override PartName="/ppt/comments/modernComment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392cddc0ff489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9ea42d7792f4fce"/>
  </p:sldMasterIdLst>
  <p:sldIdLst>
    <p:sldId xmlns:r="http://schemas.openxmlformats.org/officeDocument/2006/relationships" id="256" r:id="Re8f8b33240c44f82"/>
    <p:sldId xmlns:r="http://schemas.openxmlformats.org/officeDocument/2006/relationships" id="257" r:id="Rd845e2983dac4c97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6F31254E-7EB9-4822-B37F-39D08800AF7A}" name="Reviewer" initials="OA" userId="Reviewer" providerId="None"/>
</p188:authorLst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a42d7792f4fce" /><Relationship Type="http://schemas.openxmlformats.org/officeDocument/2006/relationships/slide" Target="/ppt/slides/slide1.xml" Id="Re8f8b33240c44f82" /><Relationship Type="http://schemas.openxmlformats.org/officeDocument/2006/relationships/slide" Target="/ppt/slides/slide2.xml" Id="Rd845e2983dac4c97" /><Relationship Type="http://schemas.microsoft.com/office/2018/10/relationships/authors" Target="/ppt/authors.xml" Id="Rebaf329a7129494e" /></Relationships>
</file>

<file path=ppt/comments/modernComment.xml><?xml version="1.0" encoding="utf-8"?>
<p188:cmLst xmlns:p188="http://schemas.microsoft.com/office/powerpoint/2018/8/main">
  <p188:cm id="{FDD6AD9A-C97C-4549-A446-F4F478A754DE}" authorId="{6F31254E-7EB9-4822-B37F-39D08800AF7A}" created="2026-10-23T06:51:36.5627783Z">
    <pc:sldMkLst xmlns:pc="http://schemas.microsoft.com/office/powerpoint/2013/main/command">
      <pc:docMk/>
      <pc:sldMk cId="0" sldId="256"/>
    </pc:sldMkLst>
    <p188:pos x="127000" y="12700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rPr lang="en-US"/>
          <a:t>Check the figures.</a:t>
        </a:r>
      </a:p>
    </p188:txBody>
  </p188:cm>
</p188:cmLst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5bee2914a41b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a673ac9a49f7" /><Relationship Type="http://schemas.openxmlformats.org/officeDocument/2006/relationships/theme" Target="/ppt/slideMasters/theme/theme1.xml" Id="Rd4bc2c14defa4a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2a673ac9a49f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4326084eb2a346c5" /><Relationship Type="http://schemas.openxmlformats.org/officeDocument/2006/relationships/slideLayout" Target="/ppt/slideLayouts/slideLayout1.xml" Id="R4470a44222ab46fe" /><Relationship Type="http://schemas.microsoft.com/office/2018/10/relationships/comments" Target="/ppt/comments/modernComment.xml" Id="R600e4b0ad88640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469424ba437c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