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authors.xml" ContentType="application/vnd.ms-powerpoint.authors+xml"/>
  <Override PartName="/ppt/comments/modernComment.xml" ContentType="application/vnd.ms-powerpoint.comments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8eb2add9b31428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c61e8050960d43a3"/>
  </p:sldMasterIdLst>
  <p:sldIdLst>
    <p:sldId xmlns:r="http://schemas.openxmlformats.org/officeDocument/2006/relationships" id="256" r:id="R38fe1680ffa34d21"/>
    <p:sldId xmlns:r="http://schemas.openxmlformats.org/officeDocument/2006/relationships" id="257" r:id="Rdb85e52a643449eb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E8883C44-7295-4A94-9166-944D6F4BADF0}" name="Reviewer" initials="OA" userId="Reviewer" providerId="None"/>
</p188: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1e8050960d43a3" /><Relationship Type="http://schemas.openxmlformats.org/officeDocument/2006/relationships/slide" Target="/ppt/slides/slide1.xml" Id="R38fe1680ffa34d21" /><Relationship Type="http://schemas.openxmlformats.org/officeDocument/2006/relationships/slide" Target="/ppt/slides/slide2.xml" Id="Rdb85e52a643449eb" /><Relationship Type="http://schemas.microsoft.com/office/2018/10/relationships/authors" Target="/ppt/authors.xml" Id="R00db9f57b7f84656" /></Relationships>
</file>

<file path=ppt/comments/modernComment.xml><?xml version="1.0" encoding="utf-8"?>
<p188:cmLst xmlns:p188="http://schemas.microsoft.com/office/powerpoint/2018/8/main">
  <p188:cm id="{89848EF0-A576-4A32-91F7-E1B36673394A}" authorId="{E8883C44-7295-4A94-9166-944D6F4BADF0}" created="2026-10-08T14:50:19.9537208Z">
    <pc:sldMkLst xmlns:pc="http://schemas.microsoft.com/office/powerpoint/2013/main/command">
      <pc:docMk/>
      <pc:sldMk cId="0" sldId="256"/>
    </pc:sldMkLst>
    <p188:pos x="127000" y="12700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rPr lang="en-US"/>
          <a:t>Check the figures.</a:t>
        </a:r>
      </a:p>
    </p188:txBody>
  </p188:cm>
</p188:cmLst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9eb7797045493a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ca5f3f58e4370" /><Relationship Type="http://schemas.openxmlformats.org/officeDocument/2006/relationships/theme" Target="/ppt/slideMasters/theme/theme1.xml" Id="Rf364c38da4544157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8ca5f3f58e4370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3d83c66bd0d54c4d" /><Relationship Type="http://schemas.openxmlformats.org/officeDocument/2006/relationships/slideLayout" Target="/ppt/slideLayouts/slideLayout1.xml" Id="R7f8fbb961b884ce2" /><Relationship Type="http://schemas.microsoft.com/office/2018/10/relationships/comments" Target="/ppt/comments/modernComment.xml" Id="R48d4bf4b50d049d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a5ca4e319c4757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