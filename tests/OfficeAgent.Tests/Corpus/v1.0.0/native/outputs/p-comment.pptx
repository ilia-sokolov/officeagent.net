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authors.xml" ContentType="application/vnd.ms-powerpoint.authors+xml"/>
  <Override PartName="/ppt/comments/modernComment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4D561A37-A375-444F-9FC3-64E9E70EADC1}" name="Reviewer" initials="OA" userId="Reviewer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Relationship Type="http://schemas.microsoft.com/office/2018/10/relationships/authors" Target="/ppt/authors.xml" Id="Rdb6326b1b101423d" /></Relationships>
</file>

<file path=ppt/comments/modernComment.xml><?xml version="1.0" encoding="utf-8"?>
<p188:cmLst xmlns:p188="http://schemas.microsoft.com/office/powerpoint/2018/8/main">
  <p188:cm id="{8C516FD1-AE5D-42DE-84D2-4075E0CBDD75}" authorId="{4D561A37-A375-444F-9FC3-64E9E70EADC1}" created="2026-10-24T20:31:31.8062565Z">
    <pc:sldMkLst xmlns:pc="http://schemas.microsoft.com/office/powerpoint/2013/main/command">
      <pc:docMk/>
      <pc:sldMk cId="0" sldId="256"/>
    </pc:sldMkLst>
    <p188:pos x="127000" y="12700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en-US"/>
          <a:t>Check the figures.</a:t>
        </a:r>
      </a:p>
    </p188:txBody>
  </p188:cm>
</p188:cmLst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Relationship Type="http://schemas.microsoft.com/office/2018/10/relationships/comments" Target="/ppt/comments/modernComment.xml" Id="R616c8332001041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