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e0b9f8a15baf4000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570c7f128a9d41bd"/>
  </p:sldMasterIdLst>
  <p:sldIdLst>
    <p:sldId xmlns:r="http://schemas.openxmlformats.org/officeDocument/2006/relationships" id="256" r:id="R99ef8e78f19b43dd"/>
    <p:sldId id="257" r:id="R93104dc9e1204b9f"/>
    <p:sldId id="258" r:id="Rbefaa6c0b4f942e3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0c7f128a9d41bd" /><Relationship Type="http://schemas.openxmlformats.org/officeDocument/2006/relationships/slide" Target="/ppt/slides/slide1.xml" Id="R99ef8e78f19b43dd" /><Relationship Type="http://schemas.openxmlformats.org/officeDocument/2006/relationships/slide" Target="/ppt/slides/slide2.xml" Id="R93104dc9e1204b9f" /><Relationship Type="http://schemas.openxmlformats.org/officeDocument/2006/relationships/slide" Target="/ppt/slides/slide3.xml" Id="Rbefaa6c0b4f942e3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591a51e2bd4e1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ce5a2d8968459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a31bfd83654e0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be3aed2f204c8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2badd59abe40bd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Subtitle 2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>
  <p:cSld name="Section Header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45a6024854814129" /><Relationship Type="http://schemas.openxmlformats.org/officeDocument/2006/relationships/slideLayout" Target="/ppt/slideLayouts/slideLayout1.xml" Id="R25cb8f6de14f42bd" /><Relationship Type="http://schemas.openxmlformats.org/officeDocument/2006/relationships/slideLayout" Target="/ppt/slideLayouts/slideLayout2.xml" Id="R337b6e4ee03742c7" /><Relationship Type="http://schemas.openxmlformats.org/officeDocument/2006/relationships/slideLayout" Target="/ppt/slideLayouts/slideLayout3.xml" Id="R00654b90173242ee" /><Relationship Type="http://schemas.openxmlformats.org/officeDocument/2006/relationships/slideLayout" Target="/ppt/slideLayouts/slideLayout4.xml" Id="R9f49a021cc9e49c6" /><Relationship Type="http://schemas.openxmlformats.org/officeDocument/2006/relationships/slideLayout" Target="/ppt/slideLayouts/slideLayout5.xml" Id="R1021dc56617a49e8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cb8f6de14f42bd"/>
    <p:sldLayoutId xmlns:r="http://schemas.openxmlformats.org/officeDocument/2006/relationships" id="2147483650" r:id="R337b6e4ee03742c7"/>
    <p:sldLayoutId xmlns:r="http://schemas.openxmlformats.org/officeDocument/2006/relationships" id="2147483651" r:id="R00654b90173242ee"/>
    <p:sldLayoutId xmlns:r="http://schemas.openxmlformats.org/officeDocument/2006/relationships" id="2147483652" r:id="R9f49a021cc9e49c6"/>
    <p:sldLayoutId xmlns:r="http://schemas.openxmlformats.org/officeDocument/2006/relationships" id="2147483653" r:id="R1021dc56617a49e8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/>
      </a:dk1>
      <a:lt1>
        <a:sysClr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b61ab6510a45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561a92666346b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5c80b6645b4c75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Second</a:t>
            </a:r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 point</a:t>
            </a:r>
          </a:p>
          <a:p xmlns:a="http://schemas.openxmlformats.org/drawingml/2006/main">
            <a:r>
              <a:rPr lang="en-US"/>
              <a:t>Another point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Third</a:t>
            </a:r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Closing point</a:t>
            </a:r>
          </a:p>
        </p:txBody>
      </p:sp>
    </p:spTree>
  </p:cSld>
</p:sld>
</file>