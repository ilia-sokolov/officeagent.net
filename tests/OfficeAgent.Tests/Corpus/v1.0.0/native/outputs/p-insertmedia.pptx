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mp4" ContentType="video/mp4"/>
  <Default Extension="png" ContentType="image/png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b602a9f6b9f4f8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6503b3c540944f78"/>
  </p:sldMasterIdLst>
  <p:sldIdLst>
    <p:sldId xmlns:r="http://schemas.openxmlformats.org/officeDocument/2006/relationships" id="256" r:id="R156ba37fbab44e8a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3b3c540944f78" /><Relationship Type="http://schemas.openxmlformats.org/officeDocument/2006/relationships/slide" Target="/ppt/slides/slide1.xml" Id="R156ba37fbab44e8a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a90b7b1244b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80fded462145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8640c9ded64b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e3e276350a43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fa2b82b1540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05d0b1f7cc294735" /><Relationship Type="http://schemas.openxmlformats.org/officeDocument/2006/relationships/slideLayout" Target="/ppt/slideLayouts/slideLayout1.xml" Id="R48c700942b434853" /><Relationship Type="http://schemas.openxmlformats.org/officeDocument/2006/relationships/slideLayout" Target="/ppt/slideLayouts/slideLayout2.xml" Id="R24c66231d3324299" /><Relationship Type="http://schemas.openxmlformats.org/officeDocument/2006/relationships/slideLayout" Target="/ppt/slideLayouts/slideLayout3.xml" Id="R16e0e91add024463" /><Relationship Type="http://schemas.openxmlformats.org/officeDocument/2006/relationships/slideLayout" Target="/ppt/slideLayouts/slideLayout4.xml" Id="R0bc9f83945d14077" /><Relationship Type="http://schemas.openxmlformats.org/officeDocument/2006/relationships/slideLayout" Target="/ppt/slideLayouts/slideLayout5.xml" Id="Ra009e67a5ab244c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c700942b434853"/>
    <p:sldLayoutId xmlns:r="http://schemas.openxmlformats.org/officeDocument/2006/relationships" id="2147483650" r:id="R24c66231d3324299"/>
    <p:sldLayoutId xmlns:r="http://schemas.openxmlformats.org/officeDocument/2006/relationships" id="2147483651" r:id="R16e0e91add024463"/>
    <p:sldLayoutId xmlns:r="http://schemas.openxmlformats.org/officeDocument/2006/relationships" id="2147483652" r:id="R0bc9f83945d14077"/>
    <p:sldLayoutId xmlns:r="http://schemas.openxmlformats.org/officeDocument/2006/relationships" id="2147483653" r:id="Ra009e67a5ab244c7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3dda2594f4b3b" /><Relationship Type="http://schemas.openxmlformats.org/officeDocument/2006/relationships/video" Target="/media/mediadata.mp4" Id="Rd86e52385a80435a" /><Relationship Type="http://schemas.microsoft.com/office/2007/relationships/media" Target="/media/mediadata.mp4" Id="R6406151c6d4d423a" /><Relationship Type="http://schemas.openxmlformats.org/officeDocument/2006/relationships/image" Target="/ppt/media/image.png" Id="R769c9ecec63b4622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" name="Video mp4" descr="Walkthrough">
            <a:hlinkClick xmlns:r="http://schemas.openxmlformats.org/officeDocument/2006/relationships" r:id="" action="ppaction://media"/>
          </p:cNvPr>
          <p:cNvPicPr>
            <a:picLocks noChangeAspect="1"/>
          </p:cNvPicPr>
          <p:nvPr>
            <a:videoFile xmlns:r="http://schemas.openxmlformats.org/officeDocument/2006/relationships" r:link="Rd86e52385a80435a"/>
            <p:extLst>
              <p:ext uri="{DAA4B4D4-6D71-4841-9C94-3DE7FCFB9230}">
                <p14:media xmlns:r="http://schemas.openxmlformats.org/officeDocument/2006/relationships" xmlns:p14="http://schemas.microsoft.com/office/powerpoint/2010/main" r:embed="R6406151c6d4d423a"/>
              </p:ext>
            </p:extLst>
          </p:nvPr>
        </p:nvPicPr>
        <p:blipFill>
          <a:blip xmlns:r="http://schemas.openxmlformats.org/officeDocument/2006/relationships" r:embed="R769c9ecec63b4622"/>
          <a:stretch>
            <a:fillRect/>
          </a:stretch>
        </p:blipFill>
        <p:spPr>
          <a:xfrm>
            <a:off x="952500" y="1143000"/>
            <a:ext cx="4572000" cy="2571750"/>
          </a:xfrm>
          <a:prstGeom prst="rect">
            <a:avLst/>
          </a:prstGeom>
        </p:spPr>
      </p:pic>
    </p:spTree>
  </p:cSld>
</p:sld>
</file>