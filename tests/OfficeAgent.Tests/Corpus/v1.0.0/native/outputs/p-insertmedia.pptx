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mp4" ContentType="video/mp4"/>
  <Default Extension="png" ContentType="image/png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0e2bc13f088470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bb036bd3e3647dd"/>
  </p:sldMasterIdLst>
  <p:sldIdLst>
    <p:sldId xmlns:r="http://schemas.openxmlformats.org/officeDocument/2006/relationships" id="256" r:id="R91582d600b0a4a8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b036bd3e3647dd" /><Relationship Type="http://schemas.openxmlformats.org/officeDocument/2006/relationships/slide" Target="/ppt/slides/slide1.xml" Id="R91582d600b0a4a8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aed09b0c034cd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b96e5c3f147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3efe6aca7f43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23b3cffed4c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1b3b6377e49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9d54c2e1baaa4dd2" /><Relationship Type="http://schemas.openxmlformats.org/officeDocument/2006/relationships/slideLayout" Target="/ppt/slideLayouts/slideLayout1.xml" Id="R0b0b101048cd4906" /><Relationship Type="http://schemas.openxmlformats.org/officeDocument/2006/relationships/slideLayout" Target="/ppt/slideLayouts/slideLayout2.xml" Id="R80be6ca0a33f495d" /><Relationship Type="http://schemas.openxmlformats.org/officeDocument/2006/relationships/slideLayout" Target="/ppt/slideLayouts/slideLayout3.xml" Id="R0baf6eecba51457e" /><Relationship Type="http://schemas.openxmlformats.org/officeDocument/2006/relationships/slideLayout" Target="/ppt/slideLayouts/slideLayout4.xml" Id="R962aeedbe8f746b2" /><Relationship Type="http://schemas.openxmlformats.org/officeDocument/2006/relationships/slideLayout" Target="/ppt/slideLayouts/slideLayout5.xml" Id="R02e7bd0940a6446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0b101048cd4906"/>
    <p:sldLayoutId xmlns:r="http://schemas.openxmlformats.org/officeDocument/2006/relationships" id="2147483650" r:id="R80be6ca0a33f495d"/>
    <p:sldLayoutId xmlns:r="http://schemas.openxmlformats.org/officeDocument/2006/relationships" id="2147483651" r:id="R0baf6eecba51457e"/>
    <p:sldLayoutId xmlns:r="http://schemas.openxmlformats.org/officeDocument/2006/relationships" id="2147483652" r:id="R962aeedbe8f746b2"/>
    <p:sldLayoutId xmlns:r="http://schemas.openxmlformats.org/officeDocument/2006/relationships" id="2147483653" r:id="R02e7bd0940a6446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e923cf3f246a1" /><Relationship Type="http://schemas.openxmlformats.org/officeDocument/2006/relationships/video" Target="/media/mediadata.mp4" Id="Rfe2c18310e404649" /><Relationship Type="http://schemas.microsoft.com/office/2007/relationships/media" Target="/media/mediadata.mp4" Id="R5f32c319b5c249ac" /><Relationship Type="http://schemas.openxmlformats.org/officeDocument/2006/relationships/image" Target="/ppt/media/image.png" Id="R2b8eaf2f0d2d464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" name="Video mp4" descr="Walkthrough">
            <a:hlinkClick xmlns:r="http://schemas.openxmlformats.org/officeDocument/2006/relationships" r:id="" action="ppaction://media"/>
          </p:cNvPr>
          <p:cNvPicPr>
            <a:picLocks noChangeAspect="1"/>
          </p:cNvPicPr>
          <p:nvPr>
            <a:videoFile xmlns:r="http://schemas.openxmlformats.org/officeDocument/2006/relationships" r:link="Rfe2c18310e404649"/>
            <p:extLst>
              <p:ext uri="{DAA4B4D4-6D71-4841-9C94-3DE7FCFB9230}">
                <p14:media xmlns:r="http://schemas.openxmlformats.org/officeDocument/2006/relationships" xmlns:p14="http://schemas.microsoft.com/office/powerpoint/2010/main" r:embed="R5f32c319b5c249ac"/>
              </p:ext>
            </p:extLst>
          </p:nvPr>
        </p:nvPicPr>
        <p:blipFill>
          <a:blip xmlns:r="http://schemas.openxmlformats.org/officeDocument/2006/relationships" r:embed="R2b8eaf2f0d2d4644"/>
          <a:stretch>
            <a:fillRect/>
          </a:stretch>
        </p:blipFill>
        <p:spPr>
          <a:xfrm>
            <a:off x="952500" y="1143000"/>
            <a:ext cx="4572000" cy="2571750"/>
          </a:xfrm>
          <a:prstGeom prst="rect">
            <a:avLst/>
          </a:prstGeom>
        </p:spPr>
      </p:pic>
    </p:spTree>
  </p:cSld>
</p:sld>
</file>