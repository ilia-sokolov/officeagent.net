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mp4" ContentType="video/mp4"/>
  <Default Extension="png" ContentType="image/png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adbdb929de04c9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2279f60410ea4505"/>
  </p:sldMasterIdLst>
  <p:sldIdLst>
    <p:sldId xmlns:r="http://schemas.openxmlformats.org/officeDocument/2006/relationships" id="256" r:id="Rc11f0460ae624f3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79f60410ea4505" /><Relationship Type="http://schemas.openxmlformats.org/officeDocument/2006/relationships/slide" Target="/ppt/slides/slide1.xml" Id="Rc11f0460ae624f3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0acb522e3f4b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c863d32309484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1f61ac928147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19f95c6e054d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f7ea1a9a6849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3e9287f886a04932" /><Relationship Type="http://schemas.openxmlformats.org/officeDocument/2006/relationships/slideLayout" Target="/ppt/slideLayouts/slideLayout1.xml" Id="R10c320af5ef0406d" /><Relationship Type="http://schemas.openxmlformats.org/officeDocument/2006/relationships/slideLayout" Target="/ppt/slideLayouts/slideLayout2.xml" Id="R26386f50776d451d" /><Relationship Type="http://schemas.openxmlformats.org/officeDocument/2006/relationships/slideLayout" Target="/ppt/slideLayouts/slideLayout3.xml" Id="R1f70282f3e954ff2" /><Relationship Type="http://schemas.openxmlformats.org/officeDocument/2006/relationships/slideLayout" Target="/ppt/slideLayouts/slideLayout4.xml" Id="R56565bf94406425b" /><Relationship Type="http://schemas.openxmlformats.org/officeDocument/2006/relationships/slideLayout" Target="/ppt/slideLayouts/slideLayout5.xml" Id="Re44bac75b9c4435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c320af5ef0406d"/>
    <p:sldLayoutId xmlns:r="http://schemas.openxmlformats.org/officeDocument/2006/relationships" id="2147483650" r:id="R26386f50776d451d"/>
    <p:sldLayoutId xmlns:r="http://schemas.openxmlformats.org/officeDocument/2006/relationships" id="2147483651" r:id="R1f70282f3e954ff2"/>
    <p:sldLayoutId xmlns:r="http://schemas.openxmlformats.org/officeDocument/2006/relationships" id="2147483652" r:id="R56565bf94406425b"/>
    <p:sldLayoutId xmlns:r="http://schemas.openxmlformats.org/officeDocument/2006/relationships" id="2147483653" r:id="Re44bac75b9c4435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231a78895496b" /><Relationship Type="http://schemas.openxmlformats.org/officeDocument/2006/relationships/video" Target="/media/mediadata.mp4" Id="R3ee66390288c4512" /><Relationship Type="http://schemas.microsoft.com/office/2007/relationships/media" Target="/media/mediadata.mp4" Id="R8eb0e78bb10b4e51" /><Relationship Type="http://schemas.openxmlformats.org/officeDocument/2006/relationships/image" Target="/ppt/media/image.png" Id="R0caab794668645ba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" name="Video mp4" descr="Walkthrough">
            <a:hlinkClick xmlns:r="http://schemas.openxmlformats.org/officeDocument/2006/relationships" r:id="" action="ppaction://media"/>
          </p:cNvPr>
          <p:cNvPicPr>
            <a:picLocks noChangeAspect="1"/>
          </p:cNvPicPr>
          <p:nvPr>
            <a:videoFile xmlns:r="http://schemas.openxmlformats.org/officeDocument/2006/relationships" r:link="R3ee66390288c4512"/>
            <p:extLst>
              <p:ext uri="{DAA4B4D4-6D71-4841-9C94-3DE7FCFB9230}">
                <p14:media xmlns:r="http://schemas.openxmlformats.org/officeDocument/2006/relationships" xmlns:p14="http://schemas.microsoft.com/office/powerpoint/2010/main" r:embed="R8eb0e78bb10b4e51"/>
              </p:ext>
            </p:extLst>
          </p:nvPr>
        </p:nvPicPr>
        <p:blipFill>
          <a:blip xmlns:r="http://schemas.openxmlformats.org/officeDocument/2006/relationships" r:embed="R0caab794668645ba"/>
          <a:stretch>
            <a:fillRect/>
          </a:stretch>
        </p:blipFill>
        <p:spPr>
          <a:xfrm>
            <a:off x="952500" y="1143000"/>
            <a:ext cx="4572000" cy="2571750"/>
          </a:xfrm>
          <a:prstGeom prst="rect">
            <a:avLst/>
          </a:prstGeom>
        </p:spPr>
      </p:pic>
    </p:spTree>
  </p:cSld>
</p:sld>
</file>