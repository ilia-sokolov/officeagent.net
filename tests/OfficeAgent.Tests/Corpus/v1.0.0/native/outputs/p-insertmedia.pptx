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mp4" ContentType="video/mp4"/>
  <Default Extension="png" ContentType="image/png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7814af233db42b2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c141df2d148844d7"/>
  </p:sldMasterIdLst>
  <p:sldIdLst>
    <p:sldId xmlns:r="http://schemas.openxmlformats.org/officeDocument/2006/relationships" id="256" r:id="R43a02ebe592e4f84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41df2d148844d7" /><Relationship Type="http://schemas.openxmlformats.org/officeDocument/2006/relationships/slide" Target="/ppt/slides/slide1.xml" Id="R43a02ebe592e4f84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59795f25cf40f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346ac278464fd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dc61edac6d42a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b956c62ea74c2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4931d9606b4722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840b9dfd552648e4" /><Relationship Type="http://schemas.openxmlformats.org/officeDocument/2006/relationships/slideLayout" Target="/ppt/slideLayouts/slideLayout1.xml" Id="Ref6347a110a04ecc" /><Relationship Type="http://schemas.openxmlformats.org/officeDocument/2006/relationships/slideLayout" Target="/ppt/slideLayouts/slideLayout2.xml" Id="Ra02c70ba54384bfb" /><Relationship Type="http://schemas.openxmlformats.org/officeDocument/2006/relationships/slideLayout" Target="/ppt/slideLayouts/slideLayout3.xml" Id="Rdc1e167fc438419f" /><Relationship Type="http://schemas.openxmlformats.org/officeDocument/2006/relationships/slideLayout" Target="/ppt/slideLayouts/slideLayout4.xml" Id="R4bb15db3ad5849f9" /><Relationship Type="http://schemas.openxmlformats.org/officeDocument/2006/relationships/slideLayout" Target="/ppt/slideLayouts/slideLayout5.xml" Id="R3a8fbedc677c44e8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6347a110a04ecc"/>
    <p:sldLayoutId xmlns:r="http://schemas.openxmlformats.org/officeDocument/2006/relationships" id="2147483650" r:id="Ra02c70ba54384bfb"/>
    <p:sldLayoutId xmlns:r="http://schemas.openxmlformats.org/officeDocument/2006/relationships" id="2147483651" r:id="Rdc1e167fc438419f"/>
    <p:sldLayoutId xmlns:r="http://schemas.openxmlformats.org/officeDocument/2006/relationships" id="2147483652" r:id="R4bb15db3ad5849f9"/>
    <p:sldLayoutId xmlns:r="http://schemas.openxmlformats.org/officeDocument/2006/relationships" id="2147483653" r:id="R3a8fbedc677c44e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ee480f5f38464b" /><Relationship Type="http://schemas.openxmlformats.org/officeDocument/2006/relationships/video" Target="/media/mediadata.mp4" Id="Re22f16a099ab4bc9" /><Relationship Type="http://schemas.microsoft.com/office/2007/relationships/media" Target="/media/mediadata.mp4" Id="R231ae588276043e6" /><Relationship Type="http://schemas.openxmlformats.org/officeDocument/2006/relationships/image" Target="/ppt/media/image.png" Id="R34c22abc52bf4680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" name="Video mp4" descr="Walkthrough">
            <a:hlinkClick xmlns:r="http://schemas.openxmlformats.org/officeDocument/2006/relationships" r:id="" action="ppaction://media"/>
          </p:cNvPr>
          <p:cNvPicPr>
            <a:picLocks noChangeAspect="1"/>
          </p:cNvPicPr>
          <p:nvPr>
            <a:videoFile xmlns:r="http://schemas.openxmlformats.org/officeDocument/2006/relationships" r:link="Re22f16a099ab4bc9"/>
            <p:extLst>
              <p:ext uri="{DAA4B4D4-6D71-4841-9C94-3DE7FCFB9230}">
                <p14:media xmlns:r="http://schemas.openxmlformats.org/officeDocument/2006/relationships" xmlns:p14="http://schemas.microsoft.com/office/powerpoint/2010/main" r:embed="R231ae588276043e6"/>
              </p:ext>
            </p:extLst>
          </p:nvPr>
        </p:nvPicPr>
        <p:blipFill>
          <a:blip xmlns:r="http://schemas.openxmlformats.org/officeDocument/2006/relationships" r:embed="R34c22abc52bf4680"/>
          <a:stretch>
            <a:fillRect/>
          </a:stretch>
        </p:blipFill>
        <p:spPr>
          <a:xfrm>
            <a:off x="952500" y="1143000"/>
            <a:ext cx="4572000" cy="2571750"/>
          </a:xfrm>
          <a:prstGeom prst="rect">
            <a:avLst/>
          </a:prstGeom>
        </p:spPr>
      </p:pic>
    </p:spTree>
  </p:cSld>
</p:sld>
</file>