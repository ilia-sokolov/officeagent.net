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mp4" ContentType="video/mp4"/>
  <Default Extension="png" ContentType="image/png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9a83cc5c5bba4a11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3b6a650d1b3f475f"/>
  </p:sldMasterIdLst>
  <p:sldIdLst>
    <p:sldId xmlns:r="http://schemas.openxmlformats.org/officeDocument/2006/relationships" id="256" r:id="Rb204228fc8604a92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6a650d1b3f475f" /><Relationship Type="http://schemas.openxmlformats.org/officeDocument/2006/relationships/slide" Target="/ppt/slides/slide1.xml" Id="Rb204228fc8604a92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5c3f55e5b1487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054cdf3b9f44b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6d008457394b7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31e2fea065429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5274e9e00d4e9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16f18a115a854bf9" /><Relationship Type="http://schemas.openxmlformats.org/officeDocument/2006/relationships/slideLayout" Target="/ppt/slideLayouts/slideLayout1.xml" Id="R77aaac7b9e5d4849" /><Relationship Type="http://schemas.openxmlformats.org/officeDocument/2006/relationships/slideLayout" Target="/ppt/slideLayouts/slideLayout2.xml" Id="R73f95eb1a3c34f13" /><Relationship Type="http://schemas.openxmlformats.org/officeDocument/2006/relationships/slideLayout" Target="/ppt/slideLayouts/slideLayout3.xml" Id="Rcda7f62086014a31" /><Relationship Type="http://schemas.openxmlformats.org/officeDocument/2006/relationships/slideLayout" Target="/ppt/slideLayouts/slideLayout4.xml" Id="Rc7f52daeb9324fd0" /><Relationship Type="http://schemas.openxmlformats.org/officeDocument/2006/relationships/slideLayout" Target="/ppt/slideLayouts/slideLayout5.xml" Id="R9f3302fa8c1f420f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7aaac7b9e5d4849"/>
    <p:sldLayoutId xmlns:r="http://schemas.openxmlformats.org/officeDocument/2006/relationships" id="2147483650" r:id="R73f95eb1a3c34f13"/>
    <p:sldLayoutId xmlns:r="http://schemas.openxmlformats.org/officeDocument/2006/relationships" id="2147483651" r:id="Rcda7f62086014a31"/>
    <p:sldLayoutId xmlns:r="http://schemas.openxmlformats.org/officeDocument/2006/relationships" id="2147483652" r:id="Rc7f52daeb9324fd0"/>
    <p:sldLayoutId xmlns:r="http://schemas.openxmlformats.org/officeDocument/2006/relationships" id="2147483653" r:id="R9f3302fa8c1f420f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4c00e8fd754612" /><Relationship Type="http://schemas.openxmlformats.org/officeDocument/2006/relationships/video" Target="/media/mediadata.mp4" Id="R77a1e816fcec4f09" /><Relationship Type="http://schemas.microsoft.com/office/2007/relationships/media" Target="/media/mediadata.mp4" Id="Re14570a8b4e74570" /><Relationship Type="http://schemas.openxmlformats.org/officeDocument/2006/relationships/image" Target="/ppt/media/image.png" Id="R084d1b2461294c3e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" name="Video mp4" descr="Walkthrough">
            <a:hlinkClick xmlns:r="http://schemas.openxmlformats.org/officeDocument/2006/relationships" r:id="" action="ppaction://media"/>
          </p:cNvPr>
          <p:cNvPicPr>
            <a:picLocks noChangeAspect="1"/>
          </p:cNvPicPr>
          <p:nvPr>
            <a:videoFile xmlns:r="http://schemas.openxmlformats.org/officeDocument/2006/relationships" r:link="R77a1e816fcec4f09"/>
            <p:extLst>
              <p:ext uri="{DAA4B4D4-6D71-4841-9C94-3DE7FCFB9230}">
                <p14:media xmlns:r="http://schemas.openxmlformats.org/officeDocument/2006/relationships" xmlns:p14="http://schemas.microsoft.com/office/powerpoint/2010/main" r:embed="Re14570a8b4e74570"/>
              </p:ext>
            </p:extLst>
          </p:nvPr>
        </p:nvPicPr>
        <p:blipFill>
          <a:blip xmlns:r="http://schemas.openxmlformats.org/officeDocument/2006/relationships" r:embed="R084d1b2461294c3e"/>
          <a:stretch>
            <a:fillRect/>
          </a:stretch>
        </p:blipFill>
        <p:spPr>
          <a:xfrm>
            <a:off x="952500" y="1143000"/>
            <a:ext cx="4572000" cy="2571750"/>
          </a:xfrm>
          <a:prstGeom prst="rect">
            <a:avLst/>
          </a:prstGeom>
        </p:spPr>
      </p:pic>
    </p:spTree>
  </p:cSld>
</p:sld>
</file>