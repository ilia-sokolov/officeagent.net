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mp4" ContentType="video/mp4"/>
  <Default Extension="png" ContentType="image/png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1f340b8ac8a4ba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f3e208dfdd243b7"/>
  </p:sldMasterIdLst>
  <p:sldIdLst>
    <p:sldId xmlns:r="http://schemas.openxmlformats.org/officeDocument/2006/relationships" id="256" r:id="R2f3f81c337194ba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3e208dfdd243b7" /><Relationship Type="http://schemas.openxmlformats.org/officeDocument/2006/relationships/slide" Target="/ppt/slides/slide1.xml" Id="R2f3f81c337194ba7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d01ffc049b464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26e7453b6b473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0d821638f247f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8d9180b6ac49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ef0170dc3a47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7fbbb260c954646" /><Relationship Type="http://schemas.openxmlformats.org/officeDocument/2006/relationships/slideLayout" Target="/ppt/slideLayouts/slideLayout1.xml" Id="R2304fa94851e4808" /><Relationship Type="http://schemas.openxmlformats.org/officeDocument/2006/relationships/slideLayout" Target="/ppt/slideLayouts/slideLayout2.xml" Id="R9f9e06f1e74641ab" /><Relationship Type="http://schemas.openxmlformats.org/officeDocument/2006/relationships/slideLayout" Target="/ppt/slideLayouts/slideLayout3.xml" Id="Rbd1d2393db864675" /><Relationship Type="http://schemas.openxmlformats.org/officeDocument/2006/relationships/slideLayout" Target="/ppt/slideLayouts/slideLayout4.xml" Id="R194c57d9f1ab4a56" /><Relationship Type="http://schemas.openxmlformats.org/officeDocument/2006/relationships/slideLayout" Target="/ppt/slideLayouts/slideLayout5.xml" Id="Rc5870c878a474ed1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04fa94851e4808"/>
    <p:sldLayoutId xmlns:r="http://schemas.openxmlformats.org/officeDocument/2006/relationships" id="2147483650" r:id="R9f9e06f1e74641ab"/>
    <p:sldLayoutId xmlns:r="http://schemas.openxmlformats.org/officeDocument/2006/relationships" id="2147483651" r:id="Rbd1d2393db864675"/>
    <p:sldLayoutId xmlns:r="http://schemas.openxmlformats.org/officeDocument/2006/relationships" id="2147483652" r:id="R194c57d9f1ab4a56"/>
    <p:sldLayoutId xmlns:r="http://schemas.openxmlformats.org/officeDocument/2006/relationships" id="2147483653" r:id="Rc5870c878a474ed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55bdbfed14efb" /><Relationship Type="http://schemas.openxmlformats.org/officeDocument/2006/relationships/video" Target="/media/mediadata.mp4" Id="R2d289ac48d874d67" /><Relationship Type="http://schemas.microsoft.com/office/2007/relationships/media" Target="/media/mediadata.mp4" Id="R604832632a9449bc" /><Relationship Type="http://schemas.openxmlformats.org/officeDocument/2006/relationships/image" Target="/ppt/media/image.png" Id="R60a8a28603b741e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" name="Video mp4" descr="Walkthrough">
            <a:hlinkClick xmlns:r="http://schemas.openxmlformats.org/officeDocument/2006/relationships" r:id="" action="ppaction://media"/>
          </p:cNvPr>
          <p:cNvPicPr>
            <a:picLocks noChangeAspect="1"/>
          </p:cNvPicPr>
          <p:nvPr>
            <a:videoFile xmlns:r="http://schemas.openxmlformats.org/officeDocument/2006/relationships" r:link="R2d289ac48d874d67"/>
            <p:extLst>
              <p:ext uri="{DAA4B4D4-6D71-4841-9C94-3DE7FCFB9230}">
                <p14:media xmlns:r="http://schemas.openxmlformats.org/officeDocument/2006/relationships" xmlns:p14="http://schemas.microsoft.com/office/powerpoint/2010/main" r:embed="R604832632a9449bc"/>
              </p:ext>
            </p:extLst>
          </p:nvPr>
        </p:nvPicPr>
        <p:blipFill>
          <a:blip xmlns:r="http://schemas.openxmlformats.org/officeDocument/2006/relationships" r:embed="R60a8a28603b741e3"/>
          <a:stretch>
            <a:fillRect/>
          </a:stretch>
        </p:blipFill>
        <p:spPr>
          <a:xfrm>
            <a:off x="952500" y="1143000"/>
            <a:ext cx="4572000" cy="2571750"/>
          </a:xfrm>
          <a:prstGeom prst="rect">
            <a:avLst/>
          </a:prstGeom>
        </p:spPr>
      </p:pic>
    </p:spTree>
  </p:cSld>
</p:sld>
</file>