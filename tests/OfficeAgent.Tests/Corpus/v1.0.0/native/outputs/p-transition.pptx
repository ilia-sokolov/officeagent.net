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transition xmlns:p14="http://schemas.microsoft.com/office/powerpoint/2010/main" spd="med" p14:dur="700">
    <p:fade/>
  </p:transition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  <p:transition xmlns:p14="http://schemas.microsoft.com/office/powerpoint/2010/main" spd="med" p14:dur="700">
    <p:fade/>
  </p:transition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  <p:transition xmlns:p14="http://schemas.microsoft.com/office/powerpoint/2010/main" spd="med" p14:dur="700">
    <p:fade/>
  </p:transition>
</p:sld>
</file>