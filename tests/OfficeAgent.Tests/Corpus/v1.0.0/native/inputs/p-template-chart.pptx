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8a19981a2604dc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324adcf53cc74080"/>
  </p:sldMasterIdLst>
  <p:sldIdLst>
    <p:sldId xmlns:r="http://schemas.openxmlformats.org/officeDocument/2006/relationships" id="256" r:id="Rbdfa66066cdc48a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adcf53cc74080" /><Relationship Type="http://schemas.openxmlformats.org/officeDocument/2006/relationships/slide" Target="/ppt/slides/slide1.xml" Id="Rbdfa66066cdc48a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da5f3b04248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7db59289144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3a8e55c4f44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3605c4dcd41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f74c3e2eb4e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26f31f1bd09f463e" /><Relationship Type="http://schemas.openxmlformats.org/officeDocument/2006/relationships/slideLayout" Target="/ppt/slideLayouts/slideLayout1.xml" Id="R8293f9d00c1049ec" /><Relationship Type="http://schemas.openxmlformats.org/officeDocument/2006/relationships/slideLayout" Target="/ppt/slideLayouts/slideLayout2.xml" Id="R819f6b59afbf473f" /><Relationship Type="http://schemas.openxmlformats.org/officeDocument/2006/relationships/slideLayout" Target="/ppt/slideLayouts/slideLayout3.xml" Id="Re442cc118c5148c9" /><Relationship Type="http://schemas.openxmlformats.org/officeDocument/2006/relationships/slideLayout" Target="/ppt/slideLayouts/slideLayout4.xml" Id="R23eacd1fcd52430c" /><Relationship Type="http://schemas.openxmlformats.org/officeDocument/2006/relationships/slideLayout" Target="/ppt/slideLayouts/slideLayout5.xml" Id="R02921b1af01647d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3f9d00c1049ec"/>
    <p:sldLayoutId xmlns:r="http://schemas.openxmlformats.org/officeDocument/2006/relationships" id="2147483650" r:id="R819f6b59afbf473f"/>
    <p:sldLayoutId xmlns:r="http://schemas.openxmlformats.org/officeDocument/2006/relationships" id="2147483651" r:id="Re442cc118c5148c9"/>
    <p:sldLayoutId xmlns:r="http://schemas.openxmlformats.org/officeDocument/2006/relationships" id="2147483652" r:id="R23eacd1fcd52430c"/>
    <p:sldLayoutId xmlns:r="http://schemas.openxmlformats.org/officeDocument/2006/relationships" id="2147483653" r:id="R02921b1af01647dc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b54d993f84cef" /><Relationship Type="http://schemas.openxmlformats.org/officeDocument/2006/relationships/chart" Target="/ppt/slides/charts/chart1.xml" Id="R7fe378e711004dff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e541474ce4e5498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</a:t>
            </a:r>
          </a:p>
        </c:rich>
      </c:tx>
      <c:layout/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e541474ce4e5498e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OfficeAgent Chart 3" descr="Revenue by quarter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7fe378e711004dff"/>
          </a:graphicData>
        </a:graphic>
      </p:graphicFrame>
    </p:spTree>
  </p:cSld>
</p:sld>
</file>