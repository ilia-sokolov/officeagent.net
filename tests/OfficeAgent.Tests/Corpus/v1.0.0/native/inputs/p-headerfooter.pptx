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155b4f984874a2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76bda88eb0624f9d"/>
  </p:sldMasterIdLst>
  <p:sldIdLst>
    <p:sldId xmlns:r="http://schemas.openxmlformats.org/officeDocument/2006/relationships" id="256" r:id="R684ffe9accf445f1"/>
    <p:sldId id="257" r:id="R3c5854fdf73e416f"/>
    <p:sldId id="258" r:id="R6494006b594349d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da88eb0624f9d" /><Relationship Type="http://schemas.openxmlformats.org/officeDocument/2006/relationships/slide" Target="/ppt/slides/slide1.xml" Id="R684ffe9accf445f1" /><Relationship Type="http://schemas.openxmlformats.org/officeDocument/2006/relationships/slide" Target="/ppt/slides/slide2.xml" Id="R3c5854fdf73e416f" /><Relationship Type="http://schemas.openxmlformats.org/officeDocument/2006/relationships/slide" Target="/ppt/slides/slide3.xml" Id="R6494006b594349d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5ea457d414f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fadc143e749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847f898854a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4c25d010047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1b819340245a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422c499c43a4ce9" /><Relationship Type="http://schemas.openxmlformats.org/officeDocument/2006/relationships/slideLayout" Target="/ppt/slideLayouts/slideLayout1.xml" Id="Ra872dfd9a6a64976" /><Relationship Type="http://schemas.openxmlformats.org/officeDocument/2006/relationships/slideLayout" Target="/ppt/slideLayouts/slideLayout2.xml" Id="R3d95fb8d3b334987" /><Relationship Type="http://schemas.openxmlformats.org/officeDocument/2006/relationships/slideLayout" Target="/ppt/slideLayouts/slideLayout3.xml" Id="R8d019356bb65479d" /><Relationship Type="http://schemas.openxmlformats.org/officeDocument/2006/relationships/slideLayout" Target="/ppt/slideLayouts/slideLayout4.xml" Id="R5f8f9cd40d5c4934" /><Relationship Type="http://schemas.openxmlformats.org/officeDocument/2006/relationships/slideLayout" Target="/ppt/slideLayouts/slideLayout5.xml" Id="Rfd775e80255e497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72dfd9a6a64976"/>
    <p:sldLayoutId xmlns:r="http://schemas.openxmlformats.org/officeDocument/2006/relationships" id="2147483650" r:id="R3d95fb8d3b334987"/>
    <p:sldLayoutId xmlns:r="http://schemas.openxmlformats.org/officeDocument/2006/relationships" id="2147483651" r:id="R8d019356bb65479d"/>
    <p:sldLayoutId xmlns:r="http://schemas.openxmlformats.org/officeDocument/2006/relationships" id="2147483652" r:id="R5f8f9cd40d5c4934"/>
    <p:sldLayoutId xmlns:r="http://schemas.openxmlformats.org/officeDocument/2006/relationships" id="2147483653" r:id="Rfd775e80255e4975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4c69885e84c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3982dadaf4e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34df70e0124f25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