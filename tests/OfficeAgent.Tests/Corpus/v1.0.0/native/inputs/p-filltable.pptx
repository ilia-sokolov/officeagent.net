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d0596c766d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a792ac00b48f5"/>
  </p:sldMasterIdLst>
  <p:sldIdLst>
    <p:sldId xmlns:r="http://schemas.openxmlformats.org/officeDocument/2006/relationships" id="256" r:id="R1584728f56544b1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a792ac00b48f5" /><Relationship Type="http://schemas.openxmlformats.org/officeDocument/2006/relationships/slide" Target="/ppt/slides/slide1.xml" Id="R1584728f56544b1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9d1418a904ee6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b879fba9d4ee7" /><Relationship Type="http://schemas.openxmlformats.org/officeDocument/2006/relationships/theme" Target="/ppt/slideMasters/theme/theme1.xml" Id="Ra5b7b7a2dec140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b879fba9d4ee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435f8515442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