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4e746a7701346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a620732baa4e64"/>
  </p:sldMasterIdLst>
  <p:sldIdLst>
    <p:sldId xmlns:r="http://schemas.openxmlformats.org/officeDocument/2006/relationships" id="256" r:id="Rdac63005d32944fb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a620732baa4e64" /><Relationship Type="http://schemas.openxmlformats.org/officeDocument/2006/relationships/slide" Target="/ppt/slides/slide1.xml" Id="Rdac63005d32944fb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00a691ad7845f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46ad82b46d4b0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4daff107c04c5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7c6694868549e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86b5f592fd4c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Subtitle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92eff38292324fbb" /><Relationship Type="http://schemas.openxmlformats.org/officeDocument/2006/relationships/slideLayout" Target="/ppt/slideLayouts/slideLayout1.xml" Id="R830de01b12ee4219" /><Relationship Type="http://schemas.openxmlformats.org/officeDocument/2006/relationships/slideLayout" Target="/ppt/slideLayouts/slideLayout2.xml" Id="R04c952b5551b41d8" /><Relationship Type="http://schemas.openxmlformats.org/officeDocument/2006/relationships/slideLayout" Target="/ppt/slideLayouts/slideLayout3.xml" Id="R92301ec0d9124a06" /><Relationship Type="http://schemas.openxmlformats.org/officeDocument/2006/relationships/slideLayout" Target="/ppt/slideLayouts/slideLayout4.xml" Id="R42df46698eae4edb" /><Relationship Type="http://schemas.openxmlformats.org/officeDocument/2006/relationships/slideLayout" Target="/ppt/slideLayouts/slideLayout5.xml" Id="Racc6a8aea64e49e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0de01b12ee4219"/>
    <p:sldLayoutId xmlns:r="http://schemas.openxmlformats.org/officeDocument/2006/relationships" id="2147483650" r:id="R04c952b5551b41d8"/>
    <p:sldLayoutId xmlns:r="http://schemas.openxmlformats.org/officeDocument/2006/relationships" id="2147483651" r:id="R92301ec0d9124a06"/>
    <p:sldLayoutId xmlns:r="http://schemas.openxmlformats.org/officeDocument/2006/relationships" id="2147483652" r:id="R42df46698eae4edb"/>
    <p:sldLayoutId xmlns:r="http://schemas.openxmlformats.org/officeDocument/2006/relationships" id="2147483653" r:id="Racc6a8aea64e49eb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de92e25a243c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