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cce873103e74d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eb4bd45e264429"/>
  </p:sldMasterIdLst>
  <p:sldIdLst>
    <p:sldId xmlns:r="http://schemas.openxmlformats.org/officeDocument/2006/relationships" id="256" r:id="Rad09327f5d7f474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eb4bd45e264429" /><Relationship Type="http://schemas.openxmlformats.org/officeDocument/2006/relationships/slide" Target="/ppt/slides/slide1.xml" Id="Rad09327f5d7f474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a6ec83f04044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bf293ff9d547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62bfd6216a409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ad72b53f8d40f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f8f1b785c943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f1e154ac76b14dcf" /><Relationship Type="http://schemas.openxmlformats.org/officeDocument/2006/relationships/slideLayout" Target="/ppt/slideLayouts/slideLayout1.xml" Id="R8e086551ee804c02" /><Relationship Type="http://schemas.openxmlformats.org/officeDocument/2006/relationships/slideLayout" Target="/ppt/slideLayouts/slideLayout2.xml" Id="R3b3108f721d74404" /><Relationship Type="http://schemas.openxmlformats.org/officeDocument/2006/relationships/slideLayout" Target="/ppt/slideLayouts/slideLayout3.xml" Id="R7957149120f540d0" /><Relationship Type="http://schemas.openxmlformats.org/officeDocument/2006/relationships/slideLayout" Target="/ppt/slideLayouts/slideLayout4.xml" Id="R63db8aa471f149e6" /><Relationship Type="http://schemas.openxmlformats.org/officeDocument/2006/relationships/slideLayout" Target="/ppt/slideLayouts/slideLayout5.xml" Id="R0c83a856ad3e44c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086551ee804c02"/>
    <p:sldLayoutId xmlns:r="http://schemas.openxmlformats.org/officeDocument/2006/relationships" id="2147483650" r:id="R3b3108f721d74404"/>
    <p:sldLayoutId xmlns:r="http://schemas.openxmlformats.org/officeDocument/2006/relationships" id="2147483651" r:id="R7957149120f540d0"/>
    <p:sldLayoutId xmlns:r="http://schemas.openxmlformats.org/officeDocument/2006/relationships" id="2147483652" r:id="R63db8aa471f149e6"/>
    <p:sldLayoutId xmlns:r="http://schemas.openxmlformats.org/officeDocument/2006/relationships" id="2147483653" r:id="R0c83a856ad3e44c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3664507c9457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