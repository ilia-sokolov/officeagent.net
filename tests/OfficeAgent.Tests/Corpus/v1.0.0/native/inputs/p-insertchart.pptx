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e318b94f29942b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09187b804a643a8"/>
  </p:sldMasterIdLst>
  <p:sldIdLst>
    <p:sldId xmlns:r="http://schemas.openxmlformats.org/officeDocument/2006/relationships" id="256" r:id="Rf4bdfa78a68f4f0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9187b804a643a8" /><Relationship Type="http://schemas.openxmlformats.org/officeDocument/2006/relationships/slide" Target="/ppt/slides/slide1.xml" Id="Rf4bdfa78a68f4f0e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f9f0bab3f7473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c8bd34f1664db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59ed54ee5747c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8cced8bb75466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e43fde5f6a484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dbca8b033f8744b8" /><Relationship Type="http://schemas.openxmlformats.org/officeDocument/2006/relationships/slideLayout" Target="/ppt/slideLayouts/slideLayout1.xml" Id="R4c991007515b4b9e" /><Relationship Type="http://schemas.openxmlformats.org/officeDocument/2006/relationships/slideLayout" Target="/ppt/slideLayouts/slideLayout2.xml" Id="R9c19628d00e3416f" /><Relationship Type="http://schemas.openxmlformats.org/officeDocument/2006/relationships/slideLayout" Target="/ppt/slideLayouts/slideLayout3.xml" Id="R01b9ef169eb34c46" /><Relationship Type="http://schemas.openxmlformats.org/officeDocument/2006/relationships/slideLayout" Target="/ppt/slideLayouts/slideLayout4.xml" Id="R48b99798ec67439e" /><Relationship Type="http://schemas.openxmlformats.org/officeDocument/2006/relationships/slideLayout" Target="/ppt/slideLayouts/slideLayout5.xml" Id="Rdcfa6fd50ce6447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991007515b4b9e"/>
    <p:sldLayoutId xmlns:r="http://schemas.openxmlformats.org/officeDocument/2006/relationships" id="2147483650" r:id="R9c19628d00e3416f"/>
    <p:sldLayoutId xmlns:r="http://schemas.openxmlformats.org/officeDocument/2006/relationships" id="2147483651" r:id="R01b9ef169eb34c46"/>
    <p:sldLayoutId xmlns:r="http://schemas.openxmlformats.org/officeDocument/2006/relationships" id="2147483652" r:id="R48b99798ec67439e"/>
    <p:sldLayoutId xmlns:r="http://schemas.openxmlformats.org/officeDocument/2006/relationships" id="2147483653" r:id="Rdcfa6fd50ce6447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8b90fd50be42d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