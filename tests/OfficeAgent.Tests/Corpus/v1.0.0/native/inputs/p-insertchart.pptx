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s/slide1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3474f01347294cb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58eafb216ad4de3"/>
  </p:sldMasterIdLst>
  <p:sldIdLst>
    <p:sldId xmlns:r="http://schemas.openxmlformats.org/officeDocument/2006/relationships" id="256" r:id="Reefb959e1a844ead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58eafb216ad4de3" /><Relationship Type="http://schemas.openxmlformats.org/officeDocument/2006/relationships/slide" Target="/ppt/slides/slide1.xml" Id="Reefb959e1a844ead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918471e397d4441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19a0884c89f4324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4508d56384c4834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9c60a5434b94630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01ea15c0c034d9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Subtitle 2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2.xml><?xml version="1.0" encoding="utf-8"?>
<p:sldLayout xmlns:p="http://schemas.openxmlformats.org/presentationml/2006/main" type="obj">
  <p:cSld name="Title and Content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3.xml><?xml version="1.0" encoding="utf-8"?>
<p:sldLayout xmlns:p="http://schemas.openxmlformats.org/presentationml/2006/main" type="secHead">
  <p:cSld name="Section Header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4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5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b7f7b4afe6b94a92" /><Relationship Type="http://schemas.openxmlformats.org/officeDocument/2006/relationships/slideLayout" Target="/ppt/slideLayouts/slideLayout1.xml" Id="Rb334d4f0488e45b9" /><Relationship Type="http://schemas.openxmlformats.org/officeDocument/2006/relationships/slideLayout" Target="/ppt/slideLayouts/slideLayout2.xml" Id="R986d5a9bf25c4a0d" /><Relationship Type="http://schemas.openxmlformats.org/officeDocument/2006/relationships/slideLayout" Target="/ppt/slideLayouts/slideLayout3.xml" Id="Rbb5b20530f6a483f" /><Relationship Type="http://schemas.openxmlformats.org/officeDocument/2006/relationships/slideLayout" Target="/ppt/slideLayouts/slideLayout4.xml" Id="Rbeddb55e575b49e8" /><Relationship Type="http://schemas.openxmlformats.org/officeDocument/2006/relationships/slideLayout" Target="/ppt/slideLayouts/slideLayout5.xml" Id="R002fa5e4178d4cec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Placeholder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334d4f0488e45b9"/>
    <p:sldLayoutId xmlns:r="http://schemas.openxmlformats.org/officeDocument/2006/relationships" id="2147483650" r:id="R986d5a9bf25c4a0d"/>
    <p:sldLayoutId xmlns:r="http://schemas.openxmlformats.org/officeDocument/2006/relationships" id="2147483651" r:id="Rbb5b20530f6a483f"/>
    <p:sldLayoutId xmlns:r="http://schemas.openxmlformats.org/officeDocument/2006/relationships" id="2147483652" r:id="Rbeddb55e575b49e8"/>
    <p:sldLayoutId xmlns:r="http://schemas.openxmlformats.org/officeDocument/2006/relationships" id="2147483653" r:id="R002fa5e4178d4cec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6f67be3ffc4959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</p:sld>
</file>