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c30090304b148b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c6b8c5af574f12"/>
  </p:sldMasterIdLst>
  <p:sldIdLst>
    <p:sldId xmlns:r="http://schemas.openxmlformats.org/officeDocument/2006/relationships" id="256" r:id="Rc788c781714b4f7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6b8c5af574f12" /><Relationship Type="http://schemas.openxmlformats.org/officeDocument/2006/relationships/slide" Target="/ppt/slides/slide1.xml" Id="Rc788c781714b4f7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c3e4f67d0f4fb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6432b91364a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b511c591b24fd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399d205ad430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bf77ca75f743d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52baca3a9937427c" /><Relationship Type="http://schemas.openxmlformats.org/officeDocument/2006/relationships/slideLayout" Target="/ppt/slideLayouts/slideLayout1.xml" Id="Rf86fb31046f14e55" /><Relationship Type="http://schemas.openxmlformats.org/officeDocument/2006/relationships/slideLayout" Target="/ppt/slideLayouts/slideLayout2.xml" Id="R27c2286095f24bc3" /><Relationship Type="http://schemas.openxmlformats.org/officeDocument/2006/relationships/slideLayout" Target="/ppt/slideLayouts/slideLayout3.xml" Id="Redb6e645feef4bbb" /><Relationship Type="http://schemas.openxmlformats.org/officeDocument/2006/relationships/slideLayout" Target="/ppt/slideLayouts/slideLayout4.xml" Id="R6f64c5c3d4bd4164" /><Relationship Type="http://schemas.openxmlformats.org/officeDocument/2006/relationships/slideLayout" Target="/ppt/slideLayouts/slideLayout5.xml" Id="Ra8b29503a4424882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6fb31046f14e55"/>
    <p:sldLayoutId xmlns:r="http://schemas.openxmlformats.org/officeDocument/2006/relationships" id="2147483650" r:id="R27c2286095f24bc3"/>
    <p:sldLayoutId xmlns:r="http://schemas.openxmlformats.org/officeDocument/2006/relationships" id="2147483651" r:id="Redb6e645feef4bbb"/>
    <p:sldLayoutId xmlns:r="http://schemas.openxmlformats.org/officeDocument/2006/relationships" id="2147483652" r:id="R6f64c5c3d4bd4164"/>
    <p:sldLayoutId xmlns:r="http://schemas.openxmlformats.org/officeDocument/2006/relationships" id="2147483653" r:id="Ra8b29503a4424882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2417b390b54593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