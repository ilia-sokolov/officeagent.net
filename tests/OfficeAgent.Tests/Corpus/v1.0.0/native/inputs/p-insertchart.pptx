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ed263248bf41461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b41cd9266d3476e"/>
  </p:sldMasterIdLst>
  <p:sldIdLst>
    <p:sldId xmlns:r="http://schemas.openxmlformats.org/officeDocument/2006/relationships" id="256" r:id="R959758bd0adf4dbf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41cd9266d3476e" /><Relationship Type="http://schemas.openxmlformats.org/officeDocument/2006/relationships/slide" Target="/ppt/slides/slide1.xml" Id="R959758bd0adf4dbf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a2251aa047403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17e058c6214a8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de3d69b6bb4ef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47b7346ca8496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dd6032bffb46b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d509ac5f480541e6" /><Relationship Type="http://schemas.openxmlformats.org/officeDocument/2006/relationships/slideLayout" Target="/ppt/slideLayouts/slideLayout1.xml" Id="Rd938635528264d31" /><Relationship Type="http://schemas.openxmlformats.org/officeDocument/2006/relationships/slideLayout" Target="/ppt/slideLayouts/slideLayout2.xml" Id="R843d971a4a9c4848" /><Relationship Type="http://schemas.openxmlformats.org/officeDocument/2006/relationships/slideLayout" Target="/ppt/slideLayouts/slideLayout3.xml" Id="R31ef0db96d454662" /><Relationship Type="http://schemas.openxmlformats.org/officeDocument/2006/relationships/slideLayout" Target="/ppt/slideLayouts/slideLayout4.xml" Id="R5ef1f6ddac7b45cc" /><Relationship Type="http://schemas.openxmlformats.org/officeDocument/2006/relationships/slideLayout" Target="/ppt/slideLayouts/slideLayout5.xml" Id="R4365c08e89db4df3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938635528264d31"/>
    <p:sldLayoutId xmlns:r="http://schemas.openxmlformats.org/officeDocument/2006/relationships" id="2147483650" r:id="R843d971a4a9c4848"/>
    <p:sldLayoutId xmlns:r="http://schemas.openxmlformats.org/officeDocument/2006/relationships" id="2147483651" r:id="R31ef0db96d454662"/>
    <p:sldLayoutId xmlns:r="http://schemas.openxmlformats.org/officeDocument/2006/relationships" id="2147483652" r:id="R5ef1f6ddac7b45cc"/>
    <p:sldLayoutId xmlns:r="http://schemas.openxmlformats.org/officeDocument/2006/relationships" id="2147483653" r:id="R4365c08e89db4df3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244b5d20974c2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