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a425a4b6ad43f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0154ca0a1dd4f1b"/>
  </p:sldMasterIdLst>
  <p:sldIdLst>
    <p:sldId xmlns:r="http://schemas.openxmlformats.org/officeDocument/2006/relationships" id="256" r:id="Rdd94f11348144ff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54ca0a1dd4f1b" /><Relationship Type="http://schemas.openxmlformats.org/officeDocument/2006/relationships/slide" Target="/ppt/slides/slide1.xml" Id="Rdd94f11348144ff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60727e50b844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195fd3272947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334f73d72943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6b3579616c4f4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a06d78d624f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3f4f2d1d76c4538" /><Relationship Type="http://schemas.openxmlformats.org/officeDocument/2006/relationships/slideLayout" Target="/ppt/slideLayouts/slideLayout1.xml" Id="R9b9a1e8036d04623" /><Relationship Type="http://schemas.openxmlformats.org/officeDocument/2006/relationships/slideLayout" Target="/ppt/slideLayouts/slideLayout2.xml" Id="R285dd981002e47da" /><Relationship Type="http://schemas.openxmlformats.org/officeDocument/2006/relationships/slideLayout" Target="/ppt/slideLayouts/slideLayout3.xml" Id="Rea078d4cfadb432f" /><Relationship Type="http://schemas.openxmlformats.org/officeDocument/2006/relationships/slideLayout" Target="/ppt/slideLayouts/slideLayout4.xml" Id="R6f70837b57a3406c" /><Relationship Type="http://schemas.openxmlformats.org/officeDocument/2006/relationships/slideLayout" Target="/ppt/slideLayouts/slideLayout5.xml" Id="R4e431f99a84f4db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9a1e8036d04623"/>
    <p:sldLayoutId xmlns:r="http://schemas.openxmlformats.org/officeDocument/2006/relationships" id="2147483650" r:id="R285dd981002e47da"/>
    <p:sldLayoutId xmlns:r="http://schemas.openxmlformats.org/officeDocument/2006/relationships" id="2147483651" r:id="Rea078d4cfadb432f"/>
    <p:sldLayoutId xmlns:r="http://schemas.openxmlformats.org/officeDocument/2006/relationships" id="2147483652" r:id="R6f70837b57a3406c"/>
    <p:sldLayoutId xmlns:r="http://schemas.openxmlformats.org/officeDocument/2006/relationships" id="2147483653" r:id="R4e431f99a84f4db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3cc54cd064e5d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[CLIENT]</a:t>
            </a:r>
          </a:p>
        </p:txBody>
      </p:sp>
    </p:spTree>
  </p:cSld>
</p:sld>
</file>