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63b2962186c49f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e5c4962a5193466e"/>
  </p:sldMasterIdLst>
  <p:sldIdLst>
    <p:sldId xmlns:r="http://schemas.openxmlformats.org/officeDocument/2006/relationships" id="256" r:id="Rb25982c38edd4f5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c4962a5193466e" /><Relationship Type="http://schemas.openxmlformats.org/officeDocument/2006/relationships/slide" Target="/ppt/slides/slide1.xml" Id="Rb25982c38edd4f5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d6ac625fc7438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80fcdd8c3b4c5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fab4ebdfb94f3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330b6c3a6b411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c25945dccc420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2a54e88c9c9e424f" /><Relationship Type="http://schemas.openxmlformats.org/officeDocument/2006/relationships/slideLayout" Target="/ppt/slideLayouts/slideLayout1.xml" Id="R97af01140d34447e" /><Relationship Type="http://schemas.openxmlformats.org/officeDocument/2006/relationships/slideLayout" Target="/ppt/slideLayouts/slideLayout2.xml" Id="R2374b71be84949ba" /><Relationship Type="http://schemas.openxmlformats.org/officeDocument/2006/relationships/slideLayout" Target="/ppt/slideLayouts/slideLayout3.xml" Id="R9b8aed1908754c61" /><Relationship Type="http://schemas.openxmlformats.org/officeDocument/2006/relationships/slideLayout" Target="/ppt/slideLayouts/slideLayout4.xml" Id="R53e5871a91954bdb" /><Relationship Type="http://schemas.openxmlformats.org/officeDocument/2006/relationships/slideLayout" Target="/ppt/slideLayouts/slideLayout5.xml" Id="R2567f55d0914498b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7af01140d34447e"/>
    <p:sldLayoutId xmlns:r="http://schemas.openxmlformats.org/officeDocument/2006/relationships" id="2147483650" r:id="R2374b71be84949ba"/>
    <p:sldLayoutId xmlns:r="http://schemas.openxmlformats.org/officeDocument/2006/relationships" id="2147483651" r:id="R9b8aed1908754c61"/>
    <p:sldLayoutId xmlns:r="http://schemas.openxmlformats.org/officeDocument/2006/relationships" id="2147483652" r:id="R53e5871a91954bdb"/>
    <p:sldLayoutId xmlns:r="http://schemas.openxmlformats.org/officeDocument/2006/relationships" id="2147483653" r:id="R2567f55d0914498b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b4ebcfcdbf4253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ClientName"/>
          <p:cNvSpPr>
            <a:spLocks noGrp="1"/>
          </p:cNvSpPr>
          <p:nvPr/>
        </p:nvSpPr>
        <p:spPr>
          <a:xfrm>
            <a:off x="762000" y="1905000"/>
            <a:ext cx="5715000" cy="76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/>
              <a:t>[CLIENT]</a:t>
            </a:r>
          </a:p>
        </p:txBody>
      </p:sp>
    </p:spTree>
  </p:cSld>
</p:sld>
</file>