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8931acfe1fd4b8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203e60005e240a1"/>
  </p:sldMasterIdLst>
  <p:sldIdLst>
    <p:sldId xmlns:r="http://schemas.openxmlformats.org/officeDocument/2006/relationships" id="256" r:id="R015678e9a5c34ce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03e60005e240a1" /><Relationship Type="http://schemas.openxmlformats.org/officeDocument/2006/relationships/slide" Target="/ppt/slides/slide1.xml" Id="R015678e9a5c34cef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d48681be0a437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b323f64fcb47a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28715e95a442b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942cfaf0164af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28c72c9ea24c7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85e67d8cb3534632" /><Relationship Type="http://schemas.openxmlformats.org/officeDocument/2006/relationships/slideLayout" Target="/ppt/slideLayouts/slideLayout1.xml" Id="Rba4a3300607044ab" /><Relationship Type="http://schemas.openxmlformats.org/officeDocument/2006/relationships/slideLayout" Target="/ppt/slideLayouts/slideLayout2.xml" Id="R0bf3857f3d6541bb" /><Relationship Type="http://schemas.openxmlformats.org/officeDocument/2006/relationships/slideLayout" Target="/ppt/slideLayouts/slideLayout3.xml" Id="R2974eb97ac854bbd" /><Relationship Type="http://schemas.openxmlformats.org/officeDocument/2006/relationships/slideLayout" Target="/ppt/slideLayouts/slideLayout4.xml" Id="Ra27048de9e3f4d52" /><Relationship Type="http://schemas.openxmlformats.org/officeDocument/2006/relationships/slideLayout" Target="/ppt/slideLayouts/slideLayout5.xml" Id="R6447e579dd8f4ba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4a3300607044ab"/>
    <p:sldLayoutId xmlns:r="http://schemas.openxmlformats.org/officeDocument/2006/relationships" id="2147483650" r:id="R0bf3857f3d6541bb"/>
    <p:sldLayoutId xmlns:r="http://schemas.openxmlformats.org/officeDocument/2006/relationships" id="2147483651" r:id="R2974eb97ac854bbd"/>
    <p:sldLayoutId xmlns:r="http://schemas.openxmlformats.org/officeDocument/2006/relationships" id="2147483652" r:id="Ra27048de9e3f4d52"/>
    <p:sldLayoutId xmlns:r="http://schemas.openxmlformats.org/officeDocument/2006/relationships" id="2147483653" r:id="R6447e579dd8f4ba0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53a10658f43d7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ClientName"/>
          <p:cNvSpPr>
            <a:spLocks noGrp="1"/>
          </p:cNvSpPr>
          <p:nvPr/>
        </p:nvSpPr>
        <p:spPr>
          <a:xfrm>
            <a:off x="762000" y="1905000"/>
            <a:ext cx="5715000" cy="76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[CLIENT]</a:t>
            </a:r>
          </a:p>
        </p:txBody>
      </p:sp>
    </p:spTree>
  </p:cSld>
</p:sld>
</file>