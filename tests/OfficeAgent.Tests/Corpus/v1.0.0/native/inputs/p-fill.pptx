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e1a20c2b177409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d9f4a0d127149c9"/>
  </p:sldMasterIdLst>
  <p:sldIdLst>
    <p:sldId xmlns:r="http://schemas.openxmlformats.org/officeDocument/2006/relationships" id="256" r:id="R33b4b371498c4c4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f4a0d127149c9" /><Relationship Type="http://schemas.openxmlformats.org/officeDocument/2006/relationships/slide" Target="/ppt/slides/slide1.xml" Id="R33b4b371498c4c4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9a7df41cc47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6711804c04c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72cbdda0f43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42594a87e48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ba6528172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74747fae5f549da" /><Relationship Type="http://schemas.openxmlformats.org/officeDocument/2006/relationships/slideLayout" Target="/ppt/slideLayouts/slideLayout1.xml" Id="Rdecbc16b33d04f13" /><Relationship Type="http://schemas.openxmlformats.org/officeDocument/2006/relationships/slideLayout" Target="/ppt/slideLayouts/slideLayout2.xml" Id="R0ccfd514424944ae" /><Relationship Type="http://schemas.openxmlformats.org/officeDocument/2006/relationships/slideLayout" Target="/ppt/slideLayouts/slideLayout3.xml" Id="Rb3f13e8668964911" /><Relationship Type="http://schemas.openxmlformats.org/officeDocument/2006/relationships/slideLayout" Target="/ppt/slideLayouts/slideLayout4.xml" Id="R31d087bf9c164d32" /><Relationship Type="http://schemas.openxmlformats.org/officeDocument/2006/relationships/slideLayout" Target="/ppt/slideLayouts/slideLayout5.xml" Id="Ref4abfca5d75400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bc16b33d04f13"/>
    <p:sldLayoutId xmlns:r="http://schemas.openxmlformats.org/officeDocument/2006/relationships" id="2147483650" r:id="R0ccfd514424944ae"/>
    <p:sldLayoutId xmlns:r="http://schemas.openxmlformats.org/officeDocument/2006/relationships" id="2147483651" r:id="Rb3f13e8668964911"/>
    <p:sldLayoutId xmlns:r="http://schemas.openxmlformats.org/officeDocument/2006/relationships" id="2147483652" r:id="R31d087bf9c164d32"/>
    <p:sldLayoutId xmlns:r="http://schemas.openxmlformats.org/officeDocument/2006/relationships" id="2147483653" r:id="Ref4abfca5d75400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a3d88ac094d3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lientName"/>
          <p:cNvSpPr>
            <a:spLocks noGrp="1"/>
          </p:cNvSpPr>
          <p:nvPr/>
        </p:nvSpPr>
        <p:spPr>
          <a:xfrm>
            <a:off x="762000" y="1905000"/>
            <a:ext cx="5715000" cy="76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[CLIENT]</a:t>
            </a:r>
          </a:p>
        </p:txBody>
      </p:sp>
    </p:spTree>
  </p:cSld>
</p:sld>
</file>