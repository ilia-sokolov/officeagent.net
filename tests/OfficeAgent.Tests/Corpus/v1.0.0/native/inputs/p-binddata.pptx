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cbc085d7091487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9e7bfc662c7043e1"/>
  </p:sldMasterIdLst>
  <p:sldIdLst>
    <p:sldId xmlns:r="http://schemas.openxmlformats.org/officeDocument/2006/relationships" id="256" r:id="Rb6a1431c92cc431c"/>
    <p:sldId id="257" r:id="R989073af708c4124"/>
    <p:sldId id="258" r:id="R2ecf014040db438a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7bfc662c7043e1" /><Relationship Type="http://schemas.openxmlformats.org/officeDocument/2006/relationships/slide" Target="/ppt/slides/slide1.xml" Id="Rb6a1431c92cc431c" /><Relationship Type="http://schemas.openxmlformats.org/officeDocument/2006/relationships/slide" Target="/ppt/slides/slide2.xml" Id="R989073af708c4124" /><Relationship Type="http://schemas.openxmlformats.org/officeDocument/2006/relationships/slide" Target="/ppt/slides/slide3.xml" Id="R2ecf014040db438a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2563c7690c435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c5f729515346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12352015c040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084aa4b843442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5e1b2587004c3d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Subtitle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763afa73d90d47fc" /><Relationship Type="http://schemas.openxmlformats.org/officeDocument/2006/relationships/slideLayout" Target="/ppt/slideLayouts/slideLayout1.xml" Id="R076197da0cee4335" /><Relationship Type="http://schemas.openxmlformats.org/officeDocument/2006/relationships/slideLayout" Target="/ppt/slideLayouts/slideLayout2.xml" Id="R60a01585d94244c1" /><Relationship Type="http://schemas.openxmlformats.org/officeDocument/2006/relationships/slideLayout" Target="/ppt/slideLayouts/slideLayout3.xml" Id="Rb3ea08b37e1f45c1" /><Relationship Type="http://schemas.openxmlformats.org/officeDocument/2006/relationships/slideLayout" Target="/ppt/slideLayouts/slideLayout4.xml" Id="Rd3b60acc5f60447a" /><Relationship Type="http://schemas.openxmlformats.org/officeDocument/2006/relationships/slideLayout" Target="/ppt/slideLayouts/slideLayout5.xml" Id="Rd7c829a3c47a4cf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j-lt"/>
              </a:defRPr>
            </a:lvl1pPr>
          </a:lstStyle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>
            <a:lvl1pPr>
              <a:defRPr>
                <a:latin typeface="+mn-lt"/>
              </a:defRPr>
            </a:lvl1pPr>
          </a:lstStyle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6197da0cee4335"/>
    <p:sldLayoutId xmlns:r="http://schemas.openxmlformats.org/officeDocument/2006/relationships" id="2147483650" r:id="R60a01585d94244c1"/>
    <p:sldLayoutId xmlns:r="http://schemas.openxmlformats.org/officeDocument/2006/relationships" id="2147483651" r:id="Rb3ea08b37e1f45c1"/>
    <p:sldLayoutId xmlns:r="http://schemas.openxmlformats.org/officeDocument/2006/relationships" id="2147483652" r:id="Rd3b60acc5f60447a"/>
    <p:sldLayoutId xmlns:r="http://schemas.openxmlformats.org/officeDocument/2006/relationships" id="2147483653" r:id="Rd7c829a3c47a4cfb"/>
  </p:sldLayoutIdLst>
</p:sldMaster>
</file>

<file path=ppt/slideMasters/theme/theme1.xml><?xml version="1.0" encoding="utf-8"?>
<a:theme xmlns:a="http://schemas.openxmlformats.org/drawingml/2006/main" name="Office Theme">
  <a:themeElements>
    <a:clrScheme name="Office">
      <a:dk1>
        <a:sysClr val="windowText"/>
      </a:dk1>
      <a:lt1>
        <a:sysClr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d980d4344b4e0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d88e501b4a48d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a256c5f2dd48f3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Second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 point</a:t>
            </a:r>
          </a:p>
          <a:p xmlns:a="http://schemas.openxmlformats.org/drawingml/2006/main">
            <a:r>
              <a:rPr lang="en-US"/>
              <a:t>Another point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Third</a:t>
            </a:r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Closing point</a:t>
            </a:r>
          </a:p>
        </p:txBody>
      </p:sp>
    </p:spTree>
  </p:cSld>
</p:sld>
</file>