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012dd1f68b4a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ef1c05816b4b6b"/>
  </p:sldMasterIdLst>
  <p:sldIdLst>
    <p:sldId xmlns:r="http://schemas.openxmlformats.org/officeDocument/2006/relationships" id="256" r:id="R379c205b586241e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f1c05816b4b6b" /><Relationship Type="http://schemas.openxmlformats.org/officeDocument/2006/relationships/slide" Target="/ppt/slides/slide1.xml" Id="R379c205b586241e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65a4706134ad3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7ff84d2294750" /><Relationship Type="http://schemas.openxmlformats.org/officeDocument/2006/relationships/theme" Target="/ppt/slideMasters/theme/theme1.xml" Id="Rfd1132ecc41748a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7ff84d229475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4027e235345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