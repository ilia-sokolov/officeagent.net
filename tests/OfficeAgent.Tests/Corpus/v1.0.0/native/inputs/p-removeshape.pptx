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4c7e474ffc4e5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8c5867be414535"/>
  </p:sldMasterIdLst>
  <p:sldIdLst>
    <p:sldId xmlns:r="http://schemas.openxmlformats.org/officeDocument/2006/relationships" id="256" r:id="Redc3c19bdbd44bd0"/>
    <p:sldId xmlns:r="http://schemas.openxmlformats.org/officeDocument/2006/relationships" id="257" r:id="Re09f591a9e4e40c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c5867be414535" /><Relationship Type="http://schemas.openxmlformats.org/officeDocument/2006/relationships/slide" Target="/ppt/slides/slide1.xml" Id="Redc3c19bdbd44bd0" /><Relationship Type="http://schemas.openxmlformats.org/officeDocument/2006/relationships/slide" Target="/ppt/slides/slide2.xml" Id="Re09f591a9e4e40c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595fd69aa4083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4a3bdf80b4556" /><Relationship Type="http://schemas.openxmlformats.org/officeDocument/2006/relationships/theme" Target="/ppt/slideMasters/theme/theme1.xml" Id="Rc4c68c8a61514a8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d4a3bdf80b455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296f88258894c82" /><Relationship Type="http://schemas.openxmlformats.org/officeDocument/2006/relationships/slideLayout" Target="/ppt/slideLayouts/slideLayout1.xml" Id="R273559455d67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1d21525a47b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  <p:sp>
        <p:nvSpPr>
          <p:cNvPr id="4" name="TextBox"/>
          <p:cNvSpPr>
            <a:spLocks noGrp="1"/>
          </p:cNvSpPr>
          <p:nvPr/>
        </p:nvSpPr>
        <p:spPr>
          <a:xfrm>
            <a:off x="381000" y="3810000"/>
            <a:ext cx="2857500" cy="5715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Accent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