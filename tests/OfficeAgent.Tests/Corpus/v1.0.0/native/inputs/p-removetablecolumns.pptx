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23135a0504d4b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362e6897d5430e"/>
  </p:sldMasterIdLst>
  <p:sldIdLst>
    <p:sldId xmlns:r="http://schemas.openxmlformats.org/officeDocument/2006/relationships" id="256" r:id="R8779f474c8f7467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362e6897d5430e" /><Relationship Type="http://schemas.openxmlformats.org/officeDocument/2006/relationships/slide" Target="/ppt/slides/slide1.xml" Id="R8779f474c8f7467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60dab1c524afe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b10e176284e6c" /><Relationship Type="http://schemas.openxmlformats.org/officeDocument/2006/relationships/theme" Target="/ppt/slideMasters/theme/theme1.xml" Id="R8180e34c5dc74d6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fb10e176284e6c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57265567441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mlns:a="http://schemas.openxmlformats.org/drawingml/2006/main" x="0" y="0"/>
          <a:ext xmlns:a="http://schemas.openxmlformats.org/drawingml/2006/main" cx="6000000" cy="10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00000"/>
                <a:gridCol w="10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Revenue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41850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