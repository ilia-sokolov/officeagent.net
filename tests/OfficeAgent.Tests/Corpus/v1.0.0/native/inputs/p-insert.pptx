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e10e1c0ade943d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0ab58c605feb4204"/>
  </p:sldMasterIdLst>
  <p:sldIdLst>
    <p:sldId xmlns:r="http://schemas.openxmlformats.org/officeDocument/2006/relationships" id="256" r:id="R33962d7d4f714ce4"/>
    <p:sldId id="257" r:id="R3e7d0a5869754182"/>
    <p:sldId id="258" r:id="Re5a9dc5d4eaf4c8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58c605feb4204" /><Relationship Type="http://schemas.openxmlformats.org/officeDocument/2006/relationships/slide" Target="/ppt/slides/slide1.xml" Id="R33962d7d4f714ce4" /><Relationship Type="http://schemas.openxmlformats.org/officeDocument/2006/relationships/slide" Target="/ppt/slides/slide2.xml" Id="R3e7d0a5869754182" /><Relationship Type="http://schemas.openxmlformats.org/officeDocument/2006/relationships/slide" Target="/ppt/slides/slide3.xml" Id="Re5a9dc5d4eaf4c80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69285ed3c8469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08a707c3e4cc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17b4d8472040c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ab1fd6e54c446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95975751ab47b9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ea98ae6157254a6b" /><Relationship Type="http://schemas.openxmlformats.org/officeDocument/2006/relationships/slideLayout" Target="/ppt/slideLayouts/slideLayout1.xml" Id="Ra670d069709940c5" /><Relationship Type="http://schemas.openxmlformats.org/officeDocument/2006/relationships/slideLayout" Target="/ppt/slideLayouts/slideLayout2.xml" Id="R1b1005d2313a4b86" /><Relationship Type="http://schemas.openxmlformats.org/officeDocument/2006/relationships/slideLayout" Target="/ppt/slideLayouts/slideLayout3.xml" Id="R9531f8f9386f4fbd" /><Relationship Type="http://schemas.openxmlformats.org/officeDocument/2006/relationships/slideLayout" Target="/ppt/slideLayouts/slideLayout4.xml" Id="Rdffa033a6084425a" /><Relationship Type="http://schemas.openxmlformats.org/officeDocument/2006/relationships/slideLayout" Target="/ppt/slideLayouts/slideLayout5.xml" Id="Rd39fb83ad904465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70d069709940c5"/>
    <p:sldLayoutId xmlns:r="http://schemas.openxmlformats.org/officeDocument/2006/relationships" id="2147483650" r:id="R1b1005d2313a4b86"/>
    <p:sldLayoutId xmlns:r="http://schemas.openxmlformats.org/officeDocument/2006/relationships" id="2147483651" r:id="R9531f8f9386f4fbd"/>
    <p:sldLayoutId xmlns:r="http://schemas.openxmlformats.org/officeDocument/2006/relationships" id="2147483652" r:id="Rdffa033a6084425a"/>
    <p:sldLayoutId xmlns:r="http://schemas.openxmlformats.org/officeDocument/2006/relationships" id="2147483653" r:id="Rd39fb83ad904465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820dff6a14c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d8b52c8f9146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7cb3afb36845b1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