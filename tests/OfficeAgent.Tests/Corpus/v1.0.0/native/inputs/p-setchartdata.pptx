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f85f8ee1eb494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35454fca18a4385"/>
  </p:sldMasterIdLst>
  <p:sldIdLst>
    <p:sldId xmlns:r="http://schemas.openxmlformats.org/officeDocument/2006/relationships" id="256" r:id="R69c91fc9e3c2476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5454fca18a4385" /><Relationship Type="http://schemas.openxmlformats.org/officeDocument/2006/relationships/slide" Target="/ppt/slides/slide1.xml" Id="R69c91fc9e3c2476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1f29698e0049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50f644d8f41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a0328321543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dedd211c240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0235c2a78848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03846ed677e744c5" /><Relationship Type="http://schemas.openxmlformats.org/officeDocument/2006/relationships/slideLayout" Target="/ppt/slideLayouts/slideLayout1.xml" Id="Rc410313673eb4863" /><Relationship Type="http://schemas.openxmlformats.org/officeDocument/2006/relationships/slideLayout" Target="/ppt/slideLayouts/slideLayout2.xml" Id="R7d9586aed7f24a4c" /><Relationship Type="http://schemas.openxmlformats.org/officeDocument/2006/relationships/slideLayout" Target="/ppt/slideLayouts/slideLayout3.xml" Id="Rd65691fc91b84ec3" /><Relationship Type="http://schemas.openxmlformats.org/officeDocument/2006/relationships/slideLayout" Target="/ppt/slideLayouts/slideLayout4.xml" Id="Rfbfff30c31a244a3" /><Relationship Type="http://schemas.openxmlformats.org/officeDocument/2006/relationships/slideLayout" Target="/ppt/slideLayouts/slideLayout5.xml" Id="R80277943fbb64da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10313673eb4863"/>
    <p:sldLayoutId xmlns:r="http://schemas.openxmlformats.org/officeDocument/2006/relationships" id="2147483650" r:id="R7d9586aed7f24a4c"/>
    <p:sldLayoutId xmlns:r="http://schemas.openxmlformats.org/officeDocument/2006/relationships" id="2147483651" r:id="Rd65691fc91b84ec3"/>
    <p:sldLayoutId xmlns:r="http://schemas.openxmlformats.org/officeDocument/2006/relationships" id="2147483652" r:id="Rfbfff30c31a244a3"/>
    <p:sldLayoutId xmlns:r="http://schemas.openxmlformats.org/officeDocument/2006/relationships" id="2147483653" r:id="R80277943fbb64daf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8c57a09824d62" /><Relationship Type="http://schemas.openxmlformats.org/officeDocument/2006/relationships/chart" Target="/ppt/slides/charts/chart1.xml" Id="R650f389e88fc4302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8efa791e9a7d4535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Revenue</a:t>
            </a:r>
          </a:p>
        </c:rich>
      </c:tx>
      <c:layout/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Revenue</c:v>
                </c:pt>
              </c:strCache>
            </c:strRef>
          </c:tx>
          <c:invertIfNegative val="0"/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8efa791e9a7d4535">
    <c:autoUpdate val="0"/>
  </c:externalData>
</c:chartSpace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Revenue by quarter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650f389e88fc4302"/>
          </a:graphicData>
        </a:graphic>
      </p:graphicFrame>
    </p:spTree>
  </p:cSld>
</p:sld>
</file>