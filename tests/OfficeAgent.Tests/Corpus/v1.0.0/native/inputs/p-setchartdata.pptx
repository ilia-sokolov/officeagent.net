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2bd97dac40447b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3359ef089de1432f"/>
  </p:sldMasterIdLst>
  <p:sldIdLst>
    <p:sldId xmlns:r="http://schemas.openxmlformats.org/officeDocument/2006/relationships" id="256" r:id="Rb33f5559dd09492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9ef089de1432f" /><Relationship Type="http://schemas.openxmlformats.org/officeDocument/2006/relationships/slide" Target="/ppt/slides/slide1.xml" Id="Rb33f5559dd09492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119107d6845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ddb8067bc4a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538066f184b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3bd79805542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7ae7ad8714c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6ea63f5c02542d6" /><Relationship Type="http://schemas.openxmlformats.org/officeDocument/2006/relationships/slideLayout" Target="/ppt/slideLayouts/slideLayout1.xml" Id="Ra7938f6f3a444dbe" /><Relationship Type="http://schemas.openxmlformats.org/officeDocument/2006/relationships/slideLayout" Target="/ppt/slideLayouts/slideLayout2.xml" Id="R8bec3945cca04cf6" /><Relationship Type="http://schemas.openxmlformats.org/officeDocument/2006/relationships/slideLayout" Target="/ppt/slideLayouts/slideLayout3.xml" Id="Rfba02e826ae04d23" /><Relationship Type="http://schemas.openxmlformats.org/officeDocument/2006/relationships/slideLayout" Target="/ppt/slideLayouts/slideLayout4.xml" Id="R6d83a2ee2d7348d5" /><Relationship Type="http://schemas.openxmlformats.org/officeDocument/2006/relationships/slideLayout" Target="/ppt/slideLayouts/slideLayout5.xml" Id="R274ddace9ec24d6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938f6f3a444dbe"/>
    <p:sldLayoutId xmlns:r="http://schemas.openxmlformats.org/officeDocument/2006/relationships" id="2147483650" r:id="R8bec3945cca04cf6"/>
    <p:sldLayoutId xmlns:r="http://schemas.openxmlformats.org/officeDocument/2006/relationships" id="2147483651" r:id="Rfba02e826ae04d23"/>
    <p:sldLayoutId xmlns:r="http://schemas.openxmlformats.org/officeDocument/2006/relationships" id="2147483652" r:id="R6d83a2ee2d7348d5"/>
    <p:sldLayoutId xmlns:r="http://schemas.openxmlformats.org/officeDocument/2006/relationships" id="2147483653" r:id="R274ddace9ec24d6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eebbfbf2f47d5" /><Relationship Type="http://schemas.openxmlformats.org/officeDocument/2006/relationships/chart" Target="/ppt/slides/charts/chart1.xml" Id="R1d56e809b45b4e99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6886ec7ece7a461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</a:t>
            </a:r>
          </a:p>
        </c:rich>
      </c:tx>
      <c:layout/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6886ec7ece7a4619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Revenue by quarter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1d56e809b45b4e99"/>
          </a:graphicData>
        </a:graphic>
      </p:graphicFrame>
    </p:spTree>
  </p:cSld>
</p:sld>
</file>