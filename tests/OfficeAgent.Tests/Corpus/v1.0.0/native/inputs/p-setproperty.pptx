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8eb2add9b3142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1e8050960d43a3"/>
  </p:sldMasterIdLst>
  <p:sldIdLst>
    <p:sldId xmlns:r="http://schemas.openxmlformats.org/officeDocument/2006/relationships" id="256" r:id="R38fe1680ffa34d21"/>
    <p:sldId xmlns:r="http://schemas.openxmlformats.org/officeDocument/2006/relationships" id="257" r:id="Rdb85e52a643449eb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1e8050960d43a3" /><Relationship Type="http://schemas.openxmlformats.org/officeDocument/2006/relationships/slide" Target="/ppt/slides/slide1.xml" Id="R38fe1680ffa34d21" /><Relationship Type="http://schemas.openxmlformats.org/officeDocument/2006/relationships/slide" Target="/ppt/slides/slide2.xml" Id="Rdb85e52a643449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2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Remember to mention the Acme Corp merger.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9eb7797045493a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ca5f3f58e4370" /><Relationship Type="http://schemas.openxmlformats.org/officeDocument/2006/relationships/theme" Target="/ppt/slideMasters/theme/theme1.xml" Id="Rf364c38da454415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8ca5f3f58e4370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notesSlide" Target="/ppt/notesSlides/notesSlide1.xml" Id="R3d83c66bd0d54c4d" /><Relationship Type="http://schemas.openxmlformats.org/officeDocument/2006/relationships/slideLayout" Target="/ppt/slideLayouts/slideLayout1.xml" Id="R7f8fbb961b884c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5ca4e319c475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Quarterly Review</a:t>
            </a:r>
          </a:p>
        </p:txBody>
      </p:sp>
      <p:sp>
        <p:nvSpPr>
          <p:cNvPr id="3" name="Body 3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Acme </a:t>
            </a:r>
            <a:r>
              <a:rPr lang="en-US" dirty="0"/>
              <a:t>Corp revenue grew in every region except </a:t>
            </a:r>
            <a:r>
              <a:rPr lang="en-US" dirty="0"/>
              <a:t>Acme Corp EMEA.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Outlook</a:t>
            </a:r>
          </a:p>
        </p:txBody>
      </p:sp>
    </p:spTree>
  </p:cSld>
</p:sld>
</file>