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0a321dd80494d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dda8003dad4ebc"/>
  </p:sldMasterIdLst>
  <p:sldIdLst>
    <p:sldId xmlns:r="http://schemas.openxmlformats.org/officeDocument/2006/relationships" id="256" r:id="R136a454b2bf6418c"/>
    <p:sldId xmlns:r="http://schemas.openxmlformats.org/officeDocument/2006/relationships" id="257" r:id="Rb5897c0c6d8d48ce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dda8003dad4ebc" /><Relationship Type="http://schemas.openxmlformats.org/officeDocument/2006/relationships/slide" Target="/ppt/slides/slide1.xml" Id="R136a454b2bf6418c" /><Relationship Type="http://schemas.openxmlformats.org/officeDocument/2006/relationships/slide" Target="/ppt/slides/slide2.xml" Id="Rb5897c0c6d8d48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 2"/>
          <p:cNvSpPr>
            <a:spLocks xmlns:a="http://schemas.openxmlformats.org/drawingml/2006/main" noGrp="1"/>
          </p:cNvSpPr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Remember to mention the Acme Corp merger.</a:t>
            </a:r>
          </a:p>
        </p:txBody>
      </p:sp>
    </p:spTree>
  </p:cSld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7f082946cf4dc4" /></Relationships>
</file>

<file path=ppt/slideLayouts/slideLayout1.xml><?xml version="1.0" encoding="utf-8"?>
<p:sldLayout xmlns:p="http://schemas.openxmlformats.org/presentationml/2006/main" type="title">
  <p:cSld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16027d2a1249ab" /><Relationship Type="http://schemas.openxmlformats.org/officeDocument/2006/relationships/theme" Target="/ppt/slideMasters/theme/theme1.xml" Id="R3376643ad33947d8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16027d2a1249ab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notesSlide" Target="/ppt/notesSlides/notesSlide1.xml" Id="Re34accf36a8143ee" /><Relationship Type="http://schemas.openxmlformats.org/officeDocument/2006/relationships/slideLayout" Target="/ppt/slideLayouts/slideLayout1.xml" Id="R463d32f2eb4741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12e01e18ae4fd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Quarterly Review</a:t>
            </a:r>
          </a:p>
        </p:txBody>
      </p:sp>
      <p:sp>
        <p:nvSpPr>
          <p:cNvPr id="3" name="Body 3"/>
          <p:cNvSpPr>
            <a:spLocks xmlns:a="http://schemas.openxmlformats.org/drawingml/2006/main" noGrp="1"/>
          </p:cNvSpPr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Acme </a:t>
            </a:r>
            <a:r>
              <a:rPr lang="en-US" dirty="0"/>
              <a:t>Corp revenue grew in every region except </a:t>
            </a:r>
            <a:r>
              <a:rPr lang="en-US" dirty="0"/>
              <a:t>Acme Corp EMEA.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Outlook</a:t>
            </a:r>
          </a:p>
        </p:txBody>
      </p:sp>
    </p:spTree>
  </p:cSld>
</p:sld>
</file>