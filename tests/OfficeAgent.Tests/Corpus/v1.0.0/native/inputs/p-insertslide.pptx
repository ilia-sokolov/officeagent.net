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41d6ea04c974d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79f1ca9ad54731"/>
  </p:sldMasterIdLst>
  <p:sldIdLst>
    <p:sldId xmlns:r="http://schemas.openxmlformats.org/officeDocument/2006/relationships" id="256" r:id="Rf96d7289a20b41e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79f1ca9ad54731" /><Relationship Type="http://schemas.openxmlformats.org/officeDocument/2006/relationships/slide" Target="/ppt/slides/slide1.xml" Id="Rf96d7289a20b41eb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4654142c3149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288f0b75ba45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8a49c2935c48e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f15fb3d764f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2c2db0f3814b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229e4327afc40e0" /><Relationship Type="http://schemas.openxmlformats.org/officeDocument/2006/relationships/slideLayout" Target="/ppt/slideLayouts/slideLayout1.xml" Id="Rfac66b6dac37448e" /><Relationship Type="http://schemas.openxmlformats.org/officeDocument/2006/relationships/slideLayout" Target="/ppt/slideLayouts/slideLayout2.xml" Id="R08146f534ea6459f" /><Relationship Type="http://schemas.openxmlformats.org/officeDocument/2006/relationships/slideLayout" Target="/ppt/slideLayouts/slideLayout3.xml" Id="Rca51e91b46a04f61" /><Relationship Type="http://schemas.openxmlformats.org/officeDocument/2006/relationships/slideLayout" Target="/ppt/slideLayouts/slideLayout4.xml" Id="Rf5c18a43a44c46e1" /><Relationship Type="http://schemas.openxmlformats.org/officeDocument/2006/relationships/slideLayout" Target="/ppt/slideLayouts/slideLayout5.xml" Id="Re16f6625df22426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c66b6dac37448e"/>
    <p:sldLayoutId xmlns:r="http://schemas.openxmlformats.org/officeDocument/2006/relationships" id="2147483650" r:id="R08146f534ea6459f"/>
    <p:sldLayoutId xmlns:r="http://schemas.openxmlformats.org/officeDocument/2006/relationships" id="2147483651" r:id="Rca51e91b46a04f61"/>
    <p:sldLayoutId xmlns:r="http://schemas.openxmlformats.org/officeDocument/2006/relationships" id="2147483652" r:id="Rf5c18a43a44c46e1"/>
    <p:sldLayoutId xmlns:r="http://schemas.openxmlformats.org/officeDocument/2006/relationships" id="2147483653" r:id="Re16f6625df22426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3cd61fcfa4ad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