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98598b0e20c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5219a9d6a4a79"/>
  </p:sldMasterIdLst>
  <p:sldIdLst>
    <p:sldId xmlns:r="http://schemas.openxmlformats.org/officeDocument/2006/relationships" id="256" r:id="Rf52ef83a0497483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5219a9d6a4a79" /><Relationship Type="http://schemas.openxmlformats.org/officeDocument/2006/relationships/slide" Target="/ppt/slides/slide1.xml" Id="Rf52ef83a0497483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6284caefb46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02549182b4a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27110bf5547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6be173c4546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31cd3ef39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8dc3743ec7f43bb" /><Relationship Type="http://schemas.openxmlformats.org/officeDocument/2006/relationships/slideLayout" Target="/ppt/slideLayouts/slideLayout1.xml" Id="R2a36a7a890a246f7" /><Relationship Type="http://schemas.openxmlformats.org/officeDocument/2006/relationships/slideLayout" Target="/ppt/slideLayouts/slideLayout2.xml" Id="Rfaebb70728fd48aa" /><Relationship Type="http://schemas.openxmlformats.org/officeDocument/2006/relationships/slideLayout" Target="/ppt/slideLayouts/slideLayout3.xml" Id="Rffdef34e00e8461b" /><Relationship Type="http://schemas.openxmlformats.org/officeDocument/2006/relationships/slideLayout" Target="/ppt/slideLayouts/slideLayout4.xml" Id="R5e180d775fb34bf9" /><Relationship Type="http://schemas.openxmlformats.org/officeDocument/2006/relationships/slideLayout" Target="/ppt/slideLayouts/slideLayout5.xml" Id="Rab3f590f67b9464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6a7a890a246f7"/>
    <p:sldLayoutId xmlns:r="http://schemas.openxmlformats.org/officeDocument/2006/relationships" id="2147483650" r:id="Rfaebb70728fd48aa"/>
    <p:sldLayoutId xmlns:r="http://schemas.openxmlformats.org/officeDocument/2006/relationships" id="2147483651" r:id="Rffdef34e00e8461b"/>
    <p:sldLayoutId xmlns:r="http://schemas.openxmlformats.org/officeDocument/2006/relationships" id="2147483652" r:id="R5e180d775fb34bf9"/>
    <p:sldLayoutId xmlns:r="http://schemas.openxmlformats.org/officeDocument/2006/relationships" id="2147483653" r:id="Rab3f590f67b94642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22ed9cf7145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