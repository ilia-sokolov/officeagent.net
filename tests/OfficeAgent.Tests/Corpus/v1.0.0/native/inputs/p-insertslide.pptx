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adfeb68d90e40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3e0a6179cc4a18"/>
  </p:sldMasterIdLst>
  <p:sldIdLst>
    <p:sldId xmlns:r="http://schemas.openxmlformats.org/officeDocument/2006/relationships" id="256" r:id="R7bff18b6dd574b7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3e0a6179cc4a18" /><Relationship Type="http://schemas.openxmlformats.org/officeDocument/2006/relationships/slide" Target="/ppt/slides/slide1.xml" Id="R7bff18b6dd574b7e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4a8f532d4b444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306a355127461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08e9892c27478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45a0734bd6451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95be96a7e941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94ca23bc07f4835" /><Relationship Type="http://schemas.openxmlformats.org/officeDocument/2006/relationships/slideLayout" Target="/ppt/slideLayouts/slideLayout1.xml" Id="R151c23ad8ebd4518" /><Relationship Type="http://schemas.openxmlformats.org/officeDocument/2006/relationships/slideLayout" Target="/ppt/slideLayouts/slideLayout2.xml" Id="Rf527a49731c64ba6" /><Relationship Type="http://schemas.openxmlformats.org/officeDocument/2006/relationships/slideLayout" Target="/ppt/slideLayouts/slideLayout3.xml" Id="Rb11f25a000424305" /><Relationship Type="http://schemas.openxmlformats.org/officeDocument/2006/relationships/slideLayout" Target="/ppt/slideLayouts/slideLayout4.xml" Id="R947a75c4a67d44a6" /><Relationship Type="http://schemas.openxmlformats.org/officeDocument/2006/relationships/slideLayout" Target="/ppt/slideLayouts/slideLayout5.xml" Id="R117e2b3ff59a4f2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1c23ad8ebd4518"/>
    <p:sldLayoutId xmlns:r="http://schemas.openxmlformats.org/officeDocument/2006/relationships" id="2147483650" r:id="Rf527a49731c64ba6"/>
    <p:sldLayoutId xmlns:r="http://schemas.openxmlformats.org/officeDocument/2006/relationships" id="2147483651" r:id="Rb11f25a000424305"/>
    <p:sldLayoutId xmlns:r="http://schemas.openxmlformats.org/officeDocument/2006/relationships" id="2147483652" r:id="R947a75c4a67d44a6"/>
    <p:sldLayoutId xmlns:r="http://schemas.openxmlformats.org/officeDocument/2006/relationships" id="2147483653" r:id="R117e2b3ff59a4f2c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613388bc1e498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