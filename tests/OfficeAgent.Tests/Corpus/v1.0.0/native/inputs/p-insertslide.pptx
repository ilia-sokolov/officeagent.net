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abbe1791979c4f7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782438183704112"/>
  </p:sldMasterIdLst>
  <p:sldIdLst>
    <p:sldId xmlns:r="http://schemas.openxmlformats.org/officeDocument/2006/relationships" id="256" r:id="R3d88f2d9e1814e0f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782438183704112" /><Relationship Type="http://schemas.openxmlformats.org/officeDocument/2006/relationships/slide" Target="/ppt/slides/slide1.xml" Id="R3d88f2d9e1814e0f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19971519b6444c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fcbcad9ac7b493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f2b29f0735449e5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db589c709374fc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13a28e5888c475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51ca012d125749ae" /><Relationship Type="http://schemas.openxmlformats.org/officeDocument/2006/relationships/slideLayout" Target="/ppt/slideLayouts/slideLayout1.xml" Id="Rc0e8bd61ad1b48a4" /><Relationship Type="http://schemas.openxmlformats.org/officeDocument/2006/relationships/slideLayout" Target="/ppt/slideLayouts/slideLayout2.xml" Id="R66c3ae14284849cf" /><Relationship Type="http://schemas.openxmlformats.org/officeDocument/2006/relationships/slideLayout" Target="/ppt/slideLayouts/slideLayout3.xml" Id="R76c48c4d65dc478e" /><Relationship Type="http://schemas.openxmlformats.org/officeDocument/2006/relationships/slideLayout" Target="/ppt/slideLayouts/slideLayout4.xml" Id="Rf7d335143a224e34" /><Relationship Type="http://schemas.openxmlformats.org/officeDocument/2006/relationships/slideLayout" Target="/ppt/slideLayouts/slideLayout5.xml" Id="R39c395da42d34eb3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0e8bd61ad1b48a4"/>
    <p:sldLayoutId xmlns:r="http://schemas.openxmlformats.org/officeDocument/2006/relationships" id="2147483650" r:id="R66c3ae14284849cf"/>
    <p:sldLayoutId xmlns:r="http://schemas.openxmlformats.org/officeDocument/2006/relationships" id="2147483651" r:id="R76c48c4d65dc478e"/>
    <p:sldLayoutId xmlns:r="http://schemas.openxmlformats.org/officeDocument/2006/relationships" id="2147483652" r:id="Rf7d335143a224e34"/>
    <p:sldLayoutId xmlns:r="http://schemas.openxmlformats.org/officeDocument/2006/relationships" id="2147483653" r:id="R39c395da42d34eb3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06c8e08b204111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>
</file>