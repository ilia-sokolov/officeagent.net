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a56986c8eb545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f101b12b93542c5"/>
  </p:sldMasterIdLst>
  <p:sldIdLst>
    <p:sldId xmlns:r="http://schemas.openxmlformats.org/officeDocument/2006/relationships" id="256" r:id="R7ed590944796448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101b12b93542c5" /><Relationship Type="http://schemas.openxmlformats.org/officeDocument/2006/relationships/slide" Target="/ppt/slides/slide1.xml" Id="R7ed590944796448a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916459444a40b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d73367c0a54bd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10a0e3debe49c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d83365e07e4fa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df543d8c5445b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246e0a2ace734cbd" /><Relationship Type="http://schemas.openxmlformats.org/officeDocument/2006/relationships/slideLayout" Target="/ppt/slideLayouts/slideLayout1.xml" Id="R45922fd1ef3c4553" /><Relationship Type="http://schemas.openxmlformats.org/officeDocument/2006/relationships/slideLayout" Target="/ppt/slideLayouts/slideLayout2.xml" Id="R6699307ac9c84fc8" /><Relationship Type="http://schemas.openxmlformats.org/officeDocument/2006/relationships/slideLayout" Target="/ppt/slideLayouts/slideLayout3.xml" Id="Ra66f4fcd39b64ec0" /><Relationship Type="http://schemas.openxmlformats.org/officeDocument/2006/relationships/slideLayout" Target="/ppt/slideLayouts/slideLayout4.xml" Id="R48a2c6a6c1d04d9e" /><Relationship Type="http://schemas.openxmlformats.org/officeDocument/2006/relationships/slideLayout" Target="/ppt/slideLayouts/slideLayout5.xml" Id="R20304b5d41f34e3c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922fd1ef3c4553"/>
    <p:sldLayoutId xmlns:r="http://schemas.openxmlformats.org/officeDocument/2006/relationships" id="2147483650" r:id="R6699307ac9c84fc8"/>
    <p:sldLayoutId xmlns:r="http://schemas.openxmlformats.org/officeDocument/2006/relationships" id="2147483651" r:id="Ra66f4fcd39b64ec0"/>
    <p:sldLayoutId xmlns:r="http://schemas.openxmlformats.org/officeDocument/2006/relationships" id="2147483652" r:id="R48a2c6a6c1d04d9e"/>
    <p:sldLayoutId xmlns:r="http://schemas.openxmlformats.org/officeDocument/2006/relationships" id="2147483653" r:id="R20304b5d41f34e3c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a5b700f8f4ae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