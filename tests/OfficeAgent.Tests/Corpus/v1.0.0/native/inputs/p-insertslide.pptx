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abf6a9eaf504c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1e48a3b5404bce"/>
  </p:sldMasterIdLst>
  <p:sldIdLst>
    <p:sldId xmlns:r="http://schemas.openxmlformats.org/officeDocument/2006/relationships" id="256" r:id="R7c7db8ab108b4da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1e48a3b5404bce" /><Relationship Type="http://schemas.openxmlformats.org/officeDocument/2006/relationships/slide" Target="/ppt/slides/slide1.xml" Id="R7c7db8ab108b4da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ba52cf29b64ac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0947acc85a4c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5825c865ec4f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feed3d31b24a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ef2ef0f8d245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b184b5f1b4be43a3" /><Relationship Type="http://schemas.openxmlformats.org/officeDocument/2006/relationships/slideLayout" Target="/ppt/slideLayouts/slideLayout1.xml" Id="Ra8d2ab0cb7b4486b" /><Relationship Type="http://schemas.openxmlformats.org/officeDocument/2006/relationships/slideLayout" Target="/ppt/slideLayouts/slideLayout2.xml" Id="R940440199166428a" /><Relationship Type="http://schemas.openxmlformats.org/officeDocument/2006/relationships/slideLayout" Target="/ppt/slideLayouts/slideLayout3.xml" Id="R0d8ba153feac4fbb" /><Relationship Type="http://schemas.openxmlformats.org/officeDocument/2006/relationships/slideLayout" Target="/ppt/slideLayouts/slideLayout4.xml" Id="Rf4d15c99977a4c12" /><Relationship Type="http://schemas.openxmlformats.org/officeDocument/2006/relationships/slideLayout" Target="/ppt/slideLayouts/slideLayout5.xml" Id="Re0344be48e1343c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d2ab0cb7b4486b"/>
    <p:sldLayoutId xmlns:r="http://schemas.openxmlformats.org/officeDocument/2006/relationships" id="2147483650" r:id="R940440199166428a"/>
    <p:sldLayoutId xmlns:r="http://schemas.openxmlformats.org/officeDocument/2006/relationships" id="2147483651" r:id="R0d8ba153feac4fbb"/>
    <p:sldLayoutId xmlns:r="http://schemas.openxmlformats.org/officeDocument/2006/relationships" id="2147483652" r:id="Rf4d15c99977a4c12"/>
    <p:sldLayoutId xmlns:r="http://schemas.openxmlformats.org/officeDocument/2006/relationships" id="2147483653" r:id="Re0344be48e1343c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cd771c16c453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