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7274f3cbe3841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7cbd82eac54df2"/>
  </p:sldMasterIdLst>
  <p:sldIdLst>
    <p:sldId xmlns:r="http://schemas.openxmlformats.org/officeDocument/2006/relationships" id="256" r:id="R8d739792fa344d4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7cbd82eac54df2" /><Relationship Type="http://schemas.openxmlformats.org/officeDocument/2006/relationships/slide" Target="/ppt/slides/slide1.xml" Id="R8d739792fa344d4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7befc541184d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5ee2f9ffce49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9a34588ec48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5cade4fa394f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3eb50dcdf845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335eb699854e59" /><Relationship Type="http://schemas.openxmlformats.org/officeDocument/2006/relationships/slideLayout" Target="/ppt/slideLayouts/slideLayout1.xml" Id="R6e0f1e0989794744" /><Relationship Type="http://schemas.openxmlformats.org/officeDocument/2006/relationships/slideLayout" Target="/ppt/slideLayouts/slideLayout2.xml" Id="R15929cd3a402430c" /><Relationship Type="http://schemas.openxmlformats.org/officeDocument/2006/relationships/slideLayout" Target="/ppt/slideLayouts/slideLayout3.xml" Id="R7d1174a2fd704fef" /><Relationship Type="http://schemas.openxmlformats.org/officeDocument/2006/relationships/slideLayout" Target="/ppt/slideLayouts/slideLayout4.xml" Id="R949d7f2861484a9e" /><Relationship Type="http://schemas.openxmlformats.org/officeDocument/2006/relationships/slideLayout" Target="/ppt/slideLayouts/slideLayout5.xml" Id="R217741fdca8d469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0f1e0989794744"/>
    <p:sldLayoutId xmlns:r="http://schemas.openxmlformats.org/officeDocument/2006/relationships" id="2147483650" r:id="R15929cd3a402430c"/>
    <p:sldLayoutId xmlns:r="http://schemas.openxmlformats.org/officeDocument/2006/relationships" id="2147483651" r:id="R7d1174a2fd704fef"/>
    <p:sldLayoutId xmlns:r="http://schemas.openxmlformats.org/officeDocument/2006/relationships" id="2147483652" r:id="R949d7f2861484a9e"/>
    <p:sldLayoutId xmlns:r="http://schemas.openxmlformats.org/officeDocument/2006/relationships" id="2147483653" r:id="R217741fdca8d469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6426aa6c441f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