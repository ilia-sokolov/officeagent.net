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a32e488a9ad4a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6440d68ab64666"/>
  </p:sldMasterIdLst>
  <p:sldIdLst>
    <p:sldId xmlns:r="http://schemas.openxmlformats.org/officeDocument/2006/relationships" id="256" r:id="R22618ed32a004f8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440d68ab64666" /><Relationship Type="http://schemas.openxmlformats.org/officeDocument/2006/relationships/slide" Target="/ppt/slides/slide1.xml" Id="R22618ed32a004f8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c6daa608984c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fbdf06294e4ef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f858f0b37040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0ad77074d64f2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0ff112ac1246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8af48b965a214f6a" /><Relationship Type="http://schemas.openxmlformats.org/officeDocument/2006/relationships/slideLayout" Target="/ppt/slideLayouts/slideLayout1.xml" Id="Rac9e79c6401749bb" /><Relationship Type="http://schemas.openxmlformats.org/officeDocument/2006/relationships/slideLayout" Target="/ppt/slideLayouts/slideLayout2.xml" Id="R7fabeaa8993c4cb2" /><Relationship Type="http://schemas.openxmlformats.org/officeDocument/2006/relationships/slideLayout" Target="/ppt/slideLayouts/slideLayout3.xml" Id="R7609d00c6fd54429" /><Relationship Type="http://schemas.openxmlformats.org/officeDocument/2006/relationships/slideLayout" Target="/ppt/slideLayouts/slideLayout4.xml" Id="R93342eeaa1b247ef" /><Relationship Type="http://schemas.openxmlformats.org/officeDocument/2006/relationships/slideLayout" Target="/ppt/slideLayouts/slideLayout5.xml" Id="Rcbe91dcdfa024b9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9e79c6401749bb"/>
    <p:sldLayoutId xmlns:r="http://schemas.openxmlformats.org/officeDocument/2006/relationships" id="2147483650" r:id="R7fabeaa8993c4cb2"/>
    <p:sldLayoutId xmlns:r="http://schemas.openxmlformats.org/officeDocument/2006/relationships" id="2147483651" r:id="R7609d00c6fd54429"/>
    <p:sldLayoutId xmlns:r="http://schemas.openxmlformats.org/officeDocument/2006/relationships" id="2147483652" r:id="R93342eeaa1b247ef"/>
    <p:sldLayoutId xmlns:r="http://schemas.openxmlformats.org/officeDocument/2006/relationships" id="2147483653" r:id="Rcbe91dcdfa024b9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e63b750f6435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