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6648f913b7944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ab969e9bea47ea"/>
  </p:sldMasterIdLst>
  <p:sldIdLst>
    <p:sldId xmlns:r="http://schemas.openxmlformats.org/officeDocument/2006/relationships" id="256" r:id="Re6771c9a8e93487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ab969e9bea47ea" /><Relationship Type="http://schemas.openxmlformats.org/officeDocument/2006/relationships/slide" Target="/ppt/slides/slide1.xml" Id="Re6771c9a8e93487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7eca434f184c4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346ecb2be4f0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06e89ebef8492d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007669307e6422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b06a8cf8304e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20fa658abded4d9c" /><Relationship Type="http://schemas.openxmlformats.org/officeDocument/2006/relationships/slideLayout" Target="/ppt/slideLayouts/slideLayout1.xml" Id="R8fe677c4dff343e7" /><Relationship Type="http://schemas.openxmlformats.org/officeDocument/2006/relationships/slideLayout" Target="/ppt/slideLayouts/slideLayout2.xml" Id="Re6c1a861bf6a4acb" /><Relationship Type="http://schemas.openxmlformats.org/officeDocument/2006/relationships/slideLayout" Target="/ppt/slideLayouts/slideLayout3.xml" Id="R3ea7f72f451a4d34" /><Relationship Type="http://schemas.openxmlformats.org/officeDocument/2006/relationships/slideLayout" Target="/ppt/slideLayouts/slideLayout4.xml" Id="R9e1171f7f48a4cf7" /><Relationship Type="http://schemas.openxmlformats.org/officeDocument/2006/relationships/slideLayout" Target="/ppt/slideLayouts/slideLayout5.xml" Id="Ra96bbc5d8d9949c7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e677c4dff343e7"/>
    <p:sldLayoutId xmlns:r="http://schemas.openxmlformats.org/officeDocument/2006/relationships" id="2147483650" r:id="Re6c1a861bf6a4acb"/>
    <p:sldLayoutId xmlns:r="http://schemas.openxmlformats.org/officeDocument/2006/relationships" id="2147483651" r:id="R3ea7f72f451a4d34"/>
    <p:sldLayoutId xmlns:r="http://schemas.openxmlformats.org/officeDocument/2006/relationships" id="2147483652" r:id="R9e1171f7f48a4cf7"/>
    <p:sldLayoutId xmlns:r="http://schemas.openxmlformats.org/officeDocument/2006/relationships" id="2147483653" r:id="Ra96bbc5d8d9949c7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a607effc84ed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>
</file>