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6d9bcb93d9245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71ef19ffac408f"/>
  </p:sldMasterIdLst>
  <p:sldIdLst>
    <p:sldId xmlns:r="http://schemas.openxmlformats.org/officeDocument/2006/relationships" id="256" r:id="R8bd61e1dc91b42b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71ef19ffac408f" /><Relationship Type="http://schemas.openxmlformats.org/officeDocument/2006/relationships/slide" Target="/ppt/slides/slide1.xml" Id="R8bd61e1dc91b42b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666db84a444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a33295d8564f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f3cb0cbe384d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06774fa66f4a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3f20db01f4c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92411c1431934eaa" /><Relationship Type="http://schemas.openxmlformats.org/officeDocument/2006/relationships/slideLayout" Target="/ppt/slideLayouts/slideLayout1.xml" Id="Rc7cc40fed78441b0" /><Relationship Type="http://schemas.openxmlformats.org/officeDocument/2006/relationships/slideLayout" Target="/ppt/slideLayouts/slideLayout2.xml" Id="R50778fa9ffb346ce" /><Relationship Type="http://schemas.openxmlformats.org/officeDocument/2006/relationships/slideLayout" Target="/ppt/slideLayouts/slideLayout3.xml" Id="Rbab7dd55de19412b" /><Relationship Type="http://schemas.openxmlformats.org/officeDocument/2006/relationships/slideLayout" Target="/ppt/slideLayouts/slideLayout4.xml" Id="R02f59eb4248a4ca6" /><Relationship Type="http://schemas.openxmlformats.org/officeDocument/2006/relationships/slideLayout" Target="/ppt/slideLayouts/slideLayout5.xml" Id="R9e8eb23b4ca24bf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cc40fed78441b0"/>
    <p:sldLayoutId xmlns:r="http://schemas.openxmlformats.org/officeDocument/2006/relationships" id="2147483650" r:id="R50778fa9ffb346ce"/>
    <p:sldLayoutId xmlns:r="http://schemas.openxmlformats.org/officeDocument/2006/relationships" id="2147483651" r:id="Rbab7dd55de19412b"/>
    <p:sldLayoutId xmlns:r="http://schemas.openxmlformats.org/officeDocument/2006/relationships" id="2147483652" r:id="R02f59eb4248a4ca6"/>
    <p:sldLayoutId xmlns:r="http://schemas.openxmlformats.org/officeDocument/2006/relationships" id="2147483653" r:id="R9e8eb23b4ca24bf0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07f111bf14a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