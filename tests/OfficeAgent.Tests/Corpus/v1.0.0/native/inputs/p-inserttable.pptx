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2baf7ae045248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0542f67a194c95"/>
  </p:sldMasterIdLst>
  <p:sldIdLst>
    <p:sldId xmlns:r="http://schemas.openxmlformats.org/officeDocument/2006/relationships" id="256" r:id="R9c00de0bc16e47c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0542f67a194c95" /><Relationship Type="http://schemas.openxmlformats.org/officeDocument/2006/relationships/slide" Target="/ppt/slides/slide1.xml" Id="R9c00de0bc16e47c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4607efa8334b6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e0de7e3166405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74fa238e054ce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1efea811384ee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58a8efa3b243e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fc5f0e2244854969" /><Relationship Type="http://schemas.openxmlformats.org/officeDocument/2006/relationships/slideLayout" Target="/ppt/slideLayouts/slideLayout1.xml" Id="R2d4efc6d60fd442b" /><Relationship Type="http://schemas.openxmlformats.org/officeDocument/2006/relationships/slideLayout" Target="/ppt/slideLayouts/slideLayout2.xml" Id="R8afd314d8a9e4275" /><Relationship Type="http://schemas.openxmlformats.org/officeDocument/2006/relationships/slideLayout" Target="/ppt/slideLayouts/slideLayout3.xml" Id="Rab50c4e9da074de5" /><Relationship Type="http://schemas.openxmlformats.org/officeDocument/2006/relationships/slideLayout" Target="/ppt/slideLayouts/slideLayout4.xml" Id="R6de86fb03e5145bf" /><Relationship Type="http://schemas.openxmlformats.org/officeDocument/2006/relationships/slideLayout" Target="/ppt/slideLayouts/slideLayout5.xml" Id="R399f3e6348d04ca3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d4efc6d60fd442b"/>
    <p:sldLayoutId xmlns:r="http://schemas.openxmlformats.org/officeDocument/2006/relationships" id="2147483650" r:id="R8afd314d8a9e4275"/>
    <p:sldLayoutId xmlns:r="http://schemas.openxmlformats.org/officeDocument/2006/relationships" id="2147483651" r:id="Rab50c4e9da074de5"/>
    <p:sldLayoutId xmlns:r="http://schemas.openxmlformats.org/officeDocument/2006/relationships" id="2147483652" r:id="R6de86fb03e5145bf"/>
    <p:sldLayoutId xmlns:r="http://schemas.openxmlformats.org/officeDocument/2006/relationships" id="2147483653" r:id="R399f3e6348d04ca3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88add61a4f4ba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