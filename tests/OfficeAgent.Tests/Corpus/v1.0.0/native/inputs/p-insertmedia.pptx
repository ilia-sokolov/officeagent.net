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a83cc5c5bba4a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6a650d1b3f475f"/>
  </p:sldMasterIdLst>
  <p:sldIdLst>
    <p:sldId xmlns:r="http://schemas.openxmlformats.org/officeDocument/2006/relationships" id="256" r:id="Rb204228fc8604a9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6a650d1b3f475f" /><Relationship Type="http://schemas.openxmlformats.org/officeDocument/2006/relationships/slide" Target="/ppt/slides/slide1.xml" Id="Rb204228fc8604a9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5c3f55e5b148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054cdf3b9f44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d008457394b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31e2fea06542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274e9e00d4e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6f18a115a854bf9" /><Relationship Type="http://schemas.openxmlformats.org/officeDocument/2006/relationships/slideLayout" Target="/ppt/slideLayouts/slideLayout1.xml" Id="R77aaac7b9e5d4849" /><Relationship Type="http://schemas.openxmlformats.org/officeDocument/2006/relationships/slideLayout" Target="/ppt/slideLayouts/slideLayout2.xml" Id="R73f95eb1a3c34f13" /><Relationship Type="http://schemas.openxmlformats.org/officeDocument/2006/relationships/slideLayout" Target="/ppt/slideLayouts/slideLayout3.xml" Id="Rcda7f62086014a31" /><Relationship Type="http://schemas.openxmlformats.org/officeDocument/2006/relationships/slideLayout" Target="/ppt/slideLayouts/slideLayout4.xml" Id="Rc7f52daeb9324fd0" /><Relationship Type="http://schemas.openxmlformats.org/officeDocument/2006/relationships/slideLayout" Target="/ppt/slideLayouts/slideLayout5.xml" Id="R9f3302fa8c1f420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aaac7b9e5d4849"/>
    <p:sldLayoutId xmlns:r="http://schemas.openxmlformats.org/officeDocument/2006/relationships" id="2147483650" r:id="R73f95eb1a3c34f13"/>
    <p:sldLayoutId xmlns:r="http://schemas.openxmlformats.org/officeDocument/2006/relationships" id="2147483651" r:id="Rcda7f62086014a31"/>
    <p:sldLayoutId xmlns:r="http://schemas.openxmlformats.org/officeDocument/2006/relationships" id="2147483652" r:id="Rc7f52daeb9324fd0"/>
    <p:sldLayoutId xmlns:r="http://schemas.openxmlformats.org/officeDocument/2006/relationships" id="2147483653" r:id="R9f3302fa8c1f420f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c00e8fd75461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