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b602a9f6b9f4f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03b3c540944f78"/>
  </p:sldMasterIdLst>
  <p:sldIdLst>
    <p:sldId xmlns:r="http://schemas.openxmlformats.org/officeDocument/2006/relationships" id="256" r:id="R156ba37fbab44e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3b3c540944f78" /><Relationship Type="http://schemas.openxmlformats.org/officeDocument/2006/relationships/slide" Target="/ppt/slides/slide1.xml" Id="R156ba37fbab44e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ea90b7b1244b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0fded462145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640c9ded64b4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e3e276350a43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2fa2b82b1540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05d0b1f7cc294735" /><Relationship Type="http://schemas.openxmlformats.org/officeDocument/2006/relationships/slideLayout" Target="/ppt/slideLayouts/slideLayout1.xml" Id="R48c700942b434853" /><Relationship Type="http://schemas.openxmlformats.org/officeDocument/2006/relationships/slideLayout" Target="/ppt/slideLayouts/slideLayout2.xml" Id="R24c66231d3324299" /><Relationship Type="http://schemas.openxmlformats.org/officeDocument/2006/relationships/slideLayout" Target="/ppt/slideLayouts/slideLayout3.xml" Id="R16e0e91add024463" /><Relationship Type="http://schemas.openxmlformats.org/officeDocument/2006/relationships/slideLayout" Target="/ppt/slideLayouts/slideLayout4.xml" Id="R0bc9f83945d14077" /><Relationship Type="http://schemas.openxmlformats.org/officeDocument/2006/relationships/slideLayout" Target="/ppt/slideLayouts/slideLayout5.xml" Id="Ra009e67a5ab244c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c700942b434853"/>
    <p:sldLayoutId xmlns:r="http://schemas.openxmlformats.org/officeDocument/2006/relationships" id="2147483650" r:id="R24c66231d3324299"/>
    <p:sldLayoutId xmlns:r="http://schemas.openxmlformats.org/officeDocument/2006/relationships" id="2147483651" r:id="R16e0e91add024463"/>
    <p:sldLayoutId xmlns:r="http://schemas.openxmlformats.org/officeDocument/2006/relationships" id="2147483652" r:id="R0bc9f83945d14077"/>
    <p:sldLayoutId xmlns:r="http://schemas.openxmlformats.org/officeDocument/2006/relationships" id="2147483653" r:id="Ra009e67a5ab244c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3dda2594f4b3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