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0e2bc13f08847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b036bd3e3647dd"/>
  </p:sldMasterIdLst>
  <p:sldIdLst>
    <p:sldId xmlns:r="http://schemas.openxmlformats.org/officeDocument/2006/relationships" id="256" r:id="R91582d600b0a4a8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b036bd3e3647dd" /><Relationship Type="http://schemas.openxmlformats.org/officeDocument/2006/relationships/slide" Target="/ppt/slides/slide1.xml" Id="R91582d600b0a4a8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aed09b0c034cd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b96e5c3f147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3efe6aca7f43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23b3cffed4c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1b3b6377e49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9d54c2e1baaa4dd2" /><Relationship Type="http://schemas.openxmlformats.org/officeDocument/2006/relationships/slideLayout" Target="/ppt/slideLayouts/slideLayout1.xml" Id="R0b0b101048cd4906" /><Relationship Type="http://schemas.openxmlformats.org/officeDocument/2006/relationships/slideLayout" Target="/ppt/slideLayouts/slideLayout2.xml" Id="R80be6ca0a33f495d" /><Relationship Type="http://schemas.openxmlformats.org/officeDocument/2006/relationships/slideLayout" Target="/ppt/slideLayouts/slideLayout3.xml" Id="R0baf6eecba51457e" /><Relationship Type="http://schemas.openxmlformats.org/officeDocument/2006/relationships/slideLayout" Target="/ppt/slideLayouts/slideLayout4.xml" Id="R962aeedbe8f746b2" /><Relationship Type="http://schemas.openxmlformats.org/officeDocument/2006/relationships/slideLayout" Target="/ppt/slideLayouts/slideLayout5.xml" Id="R02e7bd0940a6446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0b101048cd4906"/>
    <p:sldLayoutId xmlns:r="http://schemas.openxmlformats.org/officeDocument/2006/relationships" id="2147483650" r:id="R80be6ca0a33f495d"/>
    <p:sldLayoutId xmlns:r="http://schemas.openxmlformats.org/officeDocument/2006/relationships" id="2147483651" r:id="R0baf6eecba51457e"/>
    <p:sldLayoutId xmlns:r="http://schemas.openxmlformats.org/officeDocument/2006/relationships" id="2147483652" r:id="R962aeedbe8f746b2"/>
    <p:sldLayoutId xmlns:r="http://schemas.openxmlformats.org/officeDocument/2006/relationships" id="2147483653" r:id="R02e7bd0940a6446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e923cf3f246a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