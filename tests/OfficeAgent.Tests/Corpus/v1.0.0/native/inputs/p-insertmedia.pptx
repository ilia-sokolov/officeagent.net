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adbdb929de04c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79f60410ea4505"/>
  </p:sldMasterIdLst>
  <p:sldIdLst>
    <p:sldId xmlns:r="http://schemas.openxmlformats.org/officeDocument/2006/relationships" id="256" r:id="Rc11f0460ae624f3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9f60410ea4505" /><Relationship Type="http://schemas.openxmlformats.org/officeDocument/2006/relationships/slide" Target="/ppt/slides/slide1.xml" Id="Rc11f0460ae624f3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acb522e3f4b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c863d3230948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f61ac928147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19f95c6e054d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f7ea1a9a6849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3e9287f886a04932" /><Relationship Type="http://schemas.openxmlformats.org/officeDocument/2006/relationships/slideLayout" Target="/ppt/slideLayouts/slideLayout1.xml" Id="R10c320af5ef0406d" /><Relationship Type="http://schemas.openxmlformats.org/officeDocument/2006/relationships/slideLayout" Target="/ppt/slideLayouts/slideLayout2.xml" Id="R26386f50776d451d" /><Relationship Type="http://schemas.openxmlformats.org/officeDocument/2006/relationships/slideLayout" Target="/ppt/slideLayouts/slideLayout3.xml" Id="R1f70282f3e954ff2" /><Relationship Type="http://schemas.openxmlformats.org/officeDocument/2006/relationships/slideLayout" Target="/ppt/slideLayouts/slideLayout4.xml" Id="R56565bf94406425b" /><Relationship Type="http://schemas.openxmlformats.org/officeDocument/2006/relationships/slideLayout" Target="/ppt/slideLayouts/slideLayout5.xml" Id="Re44bac75b9c4435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c320af5ef0406d"/>
    <p:sldLayoutId xmlns:r="http://schemas.openxmlformats.org/officeDocument/2006/relationships" id="2147483650" r:id="R26386f50776d451d"/>
    <p:sldLayoutId xmlns:r="http://schemas.openxmlformats.org/officeDocument/2006/relationships" id="2147483651" r:id="R1f70282f3e954ff2"/>
    <p:sldLayoutId xmlns:r="http://schemas.openxmlformats.org/officeDocument/2006/relationships" id="2147483652" r:id="R56565bf94406425b"/>
    <p:sldLayoutId xmlns:r="http://schemas.openxmlformats.org/officeDocument/2006/relationships" id="2147483653" r:id="Re44bac75b9c4435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231a78895496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