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41f340b8ac8a4b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f3e208dfdd243b7"/>
  </p:sldMasterIdLst>
  <p:sldIdLst>
    <p:sldId xmlns:r="http://schemas.openxmlformats.org/officeDocument/2006/relationships" id="256" r:id="R2f3f81c337194ba7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3e208dfdd243b7" /><Relationship Type="http://schemas.openxmlformats.org/officeDocument/2006/relationships/slide" Target="/ppt/slides/slide1.xml" Id="R2f3f81c337194ba7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d01ffc049b464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26e7453b6b473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0d821638f247f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8d9180b6ac492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ef0170dc3a47c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Subtitle 2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obj">
  <p:cSld name="Title and Content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secHead">
  <p:cSld name="Section Header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17fbbb260c954646" /><Relationship Type="http://schemas.openxmlformats.org/officeDocument/2006/relationships/slideLayout" Target="/ppt/slideLayouts/slideLayout1.xml" Id="R2304fa94851e4808" /><Relationship Type="http://schemas.openxmlformats.org/officeDocument/2006/relationships/slideLayout" Target="/ppt/slideLayouts/slideLayout2.xml" Id="R9f9e06f1e74641ab" /><Relationship Type="http://schemas.openxmlformats.org/officeDocument/2006/relationships/slideLayout" Target="/ppt/slideLayouts/slideLayout3.xml" Id="Rbd1d2393db864675" /><Relationship Type="http://schemas.openxmlformats.org/officeDocument/2006/relationships/slideLayout" Target="/ppt/slideLayouts/slideLayout4.xml" Id="R194c57d9f1ab4a56" /><Relationship Type="http://schemas.openxmlformats.org/officeDocument/2006/relationships/slideLayout" Target="/ppt/slideLayouts/slideLayout5.xml" Id="Rc5870c878a474ed1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304fa94851e4808"/>
    <p:sldLayoutId xmlns:r="http://schemas.openxmlformats.org/officeDocument/2006/relationships" id="2147483650" r:id="R9f9e06f1e74641ab"/>
    <p:sldLayoutId xmlns:r="http://schemas.openxmlformats.org/officeDocument/2006/relationships" id="2147483651" r:id="Rbd1d2393db864675"/>
    <p:sldLayoutId xmlns:r="http://schemas.openxmlformats.org/officeDocument/2006/relationships" id="2147483652" r:id="R194c57d9f1ab4a56"/>
    <p:sldLayoutId xmlns:r="http://schemas.openxmlformats.org/officeDocument/2006/relationships" id="2147483653" r:id="Rc5870c878a474ed1"/>
  </p:sldLayoutIdLst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/>
      </a:dk1>
      <a:lt1>
        <a:sysClr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555bdbfed14ef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>
</file>