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7814af233db42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41df2d148844d7"/>
  </p:sldMasterIdLst>
  <p:sldIdLst>
    <p:sldId xmlns:r="http://schemas.openxmlformats.org/officeDocument/2006/relationships" id="256" r:id="R43a02ebe592e4f84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1df2d148844d7" /><Relationship Type="http://schemas.openxmlformats.org/officeDocument/2006/relationships/slide" Target="/ppt/slides/slide1.xml" Id="R43a02ebe592e4f84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59795f25cf40f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346ac278464f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dc61edac6d42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956c62ea74c2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931d9606b472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40b9dfd552648e4" /><Relationship Type="http://schemas.openxmlformats.org/officeDocument/2006/relationships/slideLayout" Target="/ppt/slideLayouts/slideLayout1.xml" Id="Ref6347a110a04ecc" /><Relationship Type="http://schemas.openxmlformats.org/officeDocument/2006/relationships/slideLayout" Target="/ppt/slideLayouts/slideLayout2.xml" Id="Ra02c70ba54384bfb" /><Relationship Type="http://schemas.openxmlformats.org/officeDocument/2006/relationships/slideLayout" Target="/ppt/slideLayouts/slideLayout3.xml" Id="Rdc1e167fc438419f" /><Relationship Type="http://schemas.openxmlformats.org/officeDocument/2006/relationships/slideLayout" Target="/ppt/slideLayouts/slideLayout4.xml" Id="R4bb15db3ad5849f9" /><Relationship Type="http://schemas.openxmlformats.org/officeDocument/2006/relationships/slideLayout" Target="/ppt/slideLayouts/slideLayout5.xml" Id="R3a8fbedc677c44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6347a110a04ecc"/>
    <p:sldLayoutId xmlns:r="http://schemas.openxmlformats.org/officeDocument/2006/relationships" id="2147483650" r:id="Ra02c70ba54384bfb"/>
    <p:sldLayoutId xmlns:r="http://schemas.openxmlformats.org/officeDocument/2006/relationships" id="2147483651" r:id="Rdc1e167fc438419f"/>
    <p:sldLayoutId xmlns:r="http://schemas.openxmlformats.org/officeDocument/2006/relationships" id="2147483652" r:id="R4bb15db3ad5849f9"/>
    <p:sldLayoutId xmlns:r="http://schemas.openxmlformats.org/officeDocument/2006/relationships" id="2147483653" r:id="R3a8fbedc677c44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ee480f5f38464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