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94f4b0d663a74b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9b5b54ba1e4a8d"/>
  </p:sldMasterIdLst>
  <p:sldIdLst>
    <p:sldId xmlns:r="http://schemas.openxmlformats.org/officeDocument/2006/relationships" id="256" r:id="Rb05fd001954b4ee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9b5b54ba1e4a8d" /><Relationship Type="http://schemas.openxmlformats.org/officeDocument/2006/relationships/slide" Target="/ppt/slides/slide1.xml" Id="Rb05fd001954b4e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b730ca4494acd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a2848ff964e93" /><Relationship Type="http://schemas.openxmlformats.org/officeDocument/2006/relationships/theme" Target="/ppt/slideMasters/theme/theme1.xml" Id="R4e68004569da425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da2848ff964e9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4bdfc28c745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Quarterly Review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mlns:a="http://schemas.openxmlformats.org/drawingml/2006/main" x="0" y="0"/>
          <a:ext xmlns:a="http://schemas.openxmlformats.org/drawingml/2006/main" cx="6000000" cy="1000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10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Revenue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EMEA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41850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