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ca51cc9617e4d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29f0e962de4a85"/>
  </p:sldMasterIdLst>
  <p:sldIdLst>
    <p:sldId xmlns:r="http://schemas.openxmlformats.org/officeDocument/2006/relationships" id="256" r:id="Re74a715d688a4c33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29f0e962de4a85" /><Relationship Type="http://schemas.openxmlformats.org/officeDocument/2006/relationships/slide" Target="/ppt/slides/slide1.xml" Id="Re74a715d688a4c33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558003f52e40a2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5c01d87d74ec3" /><Relationship Type="http://schemas.openxmlformats.org/officeDocument/2006/relationships/theme" Target="/ppt/slideMasters/theme/theme1.xml" Id="Rf8a70e2226fc489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a5c01d87d74ec3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857e5627c479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Quarterly Review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mlns:a="http://schemas.openxmlformats.org/drawingml/2006/main" x="0" y="0"/>
          <a:ext xmlns:a="http://schemas.openxmlformats.org/drawingml/2006/main" cx="6000000" cy="100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000000"/>
                <a:gridCol w="1000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Revenue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EMEA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41850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