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d80e809aba5436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22c2c4d2d34e38"/>
  </p:sldMasterIdLst>
  <p:sldIdLst>
    <p:sldId xmlns:r="http://schemas.openxmlformats.org/officeDocument/2006/relationships" id="256" r:id="R8654a305b9f540e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2c2c4d2d34e38" /><Relationship Type="http://schemas.openxmlformats.org/officeDocument/2006/relationships/slide" Target="/ppt/slides/slide1.xml" Id="R8654a305b9f540e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382836f454c20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85685c8064a9a" /><Relationship Type="http://schemas.openxmlformats.org/officeDocument/2006/relationships/theme" Target="/ppt/slideMasters/theme/theme1.xml" Id="R17b0f13ba9574bf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85685c8064a9a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c2ce7fe7f4c9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