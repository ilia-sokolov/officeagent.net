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03f2b608f7044c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1b36592b17aa4c56"/>
  </p:sldMasterIdLst>
  <p:sldIdLst>
    <p:sldId xmlns:r="http://schemas.openxmlformats.org/officeDocument/2006/relationships" id="256" r:id="Re19dbcec5b64496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36592b17aa4c56" /><Relationship Type="http://schemas.openxmlformats.org/officeDocument/2006/relationships/slide" Target="/ppt/slides/slide1.xml" Id="Re19dbcec5b644967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28c557f39944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31e1d11e8947d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3260765c4b42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8aacac6922410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e11a63885a44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f4d90aa76c054820" /><Relationship Type="http://schemas.openxmlformats.org/officeDocument/2006/relationships/slideLayout" Target="/ppt/slideLayouts/slideLayout1.xml" Id="R316aa3c49d194f47" /><Relationship Type="http://schemas.openxmlformats.org/officeDocument/2006/relationships/slideLayout" Target="/ppt/slideLayouts/slideLayout2.xml" Id="R7b5093a2945d4305" /><Relationship Type="http://schemas.openxmlformats.org/officeDocument/2006/relationships/slideLayout" Target="/ppt/slideLayouts/slideLayout3.xml" Id="R45ff2bbac08c485f" /><Relationship Type="http://schemas.openxmlformats.org/officeDocument/2006/relationships/slideLayout" Target="/ppt/slideLayouts/slideLayout4.xml" Id="R50e51dad025f46e7" /><Relationship Type="http://schemas.openxmlformats.org/officeDocument/2006/relationships/slideLayout" Target="/ppt/slideLayouts/slideLayout5.xml" Id="Rc1cf2a812f9e4ec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6aa3c49d194f47"/>
    <p:sldLayoutId xmlns:r="http://schemas.openxmlformats.org/officeDocument/2006/relationships" id="2147483650" r:id="R7b5093a2945d4305"/>
    <p:sldLayoutId xmlns:r="http://schemas.openxmlformats.org/officeDocument/2006/relationships" id="2147483651" r:id="R45ff2bbac08c485f"/>
    <p:sldLayoutId xmlns:r="http://schemas.openxmlformats.org/officeDocument/2006/relationships" id="2147483652" r:id="R50e51dad025f46e7"/>
    <p:sldLayoutId xmlns:r="http://schemas.openxmlformats.org/officeDocument/2006/relationships" id="2147483653" r:id="Rc1cf2a812f9e4ec9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c8c2342574e1b" /><Relationship Type="http://schemas.openxmlformats.org/officeDocument/2006/relationships/chart" Target="/ppt/slides/charts/chart1.xml" Id="R36127ab0d92b4b97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09aef48138a64b01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Revenue</a:t>
            </a:r>
          </a:p>
        </c:rich>
      </c:tx>
      <c:layout/>
      <c:overlay val="0"/>
    </c:title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Revenue</c:v>
                </c:pt>
              </c:strCache>
            </c:strRef>
          </c:tx>
          <c:invertIfNegative val="0"/>
          <c:cat>
            <c:strRef>
              <c:f>ChartData!$A$2:$A$4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</c:v>
                </c:pt>
                <c:pt idx="1">
                  <c:v>12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09aef48138a64b01">
    <c:autoUpdate val="0"/>
  </c:externalData>
</c:chartSpace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OfficeAgent Chart 3" descr="Revenue by quarter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36127ab0d92b4b97"/>
          </a:graphicData>
        </a:graphic>
      </p:graphicFrame>
    </p:spTree>
  </p:cSld>
</p:sld>
</file>