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c4c7e474ffc4e56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0a8c5867be414535"/>
  </p:sldMasterIdLst>
  <p:sldIdLst>
    <p:sldId xmlns:r="http://schemas.openxmlformats.org/officeDocument/2006/relationships" id="256" r:id="Redc3c19bdbd44bd0"/>
    <p:sldId xmlns:r="http://schemas.openxmlformats.org/officeDocument/2006/relationships" id="257" r:id="Re09f591a9e4e40cb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8c5867be414535" /><Relationship Type="http://schemas.openxmlformats.org/officeDocument/2006/relationships/slide" Target="/ppt/slides/slide1.xml" Id="Redc3c19bdbd44bd0" /><Relationship Type="http://schemas.openxmlformats.org/officeDocument/2006/relationships/slide" Target="/ppt/slides/slide2.xml" Id="Re09f591a9e4e40cb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e595fd69aa4083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4a3bdf80b4556" /><Relationship Type="http://schemas.openxmlformats.org/officeDocument/2006/relationships/theme" Target="/ppt/slideMasters/theme/theme1.xml" Id="Rc4c68c8a61514a80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d4a3bdf80b4556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8296f88258894c82" /><Relationship Type="http://schemas.openxmlformats.org/officeDocument/2006/relationships/slideLayout" Target="/ppt/slideLayouts/slideLayout1.xml" Id="R273559455d674820" /><Relationship Type="http://schemas.openxmlformats.org/officeDocument/2006/relationships/image" Target="/ppt/media/image.png" Id="R152642b7f2be4de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a1d21525a47b4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  <p:pic>
        <p:nvPicPr>
          <p:cNvPr id="4" name="Picture 4" descr=""/>
          <p:cNvPicPr>
            <a:picLocks noChangeAspect="1"/>
          </p:cNvPicPr>
          <p:nvPr/>
        </p:nvPicPr>
        <p:blipFill>
          <a:blip xmlns:r="http://schemas.openxmlformats.org/officeDocument/2006/relationships" r:embed="R152642b7f2be4de1"/>
          <a:stretch>
            <a:fillRect/>
          </a:stretch>
        </p:blipFill>
        <p:spPr>
          <a:xfrm>
            <a:off x="914400" y="914400"/>
            <a:ext cx="1905000" cy="952500"/>
          </a:xfrm>
          <a:prstGeom prst="rect">
            <a:avLst/>
          </a:prstGeom>
        </p:spPr>
      </p:pic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