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f392cddc0ff489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89ea42d7792f4fce"/>
  </p:sldMasterIdLst>
  <p:sldIdLst>
    <p:sldId xmlns:r="http://schemas.openxmlformats.org/officeDocument/2006/relationships" id="256" r:id="Re8f8b33240c44f82"/>
    <p:sldId xmlns:r="http://schemas.openxmlformats.org/officeDocument/2006/relationships" id="257" r:id="Rd845e2983dac4c9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a42d7792f4fce" /><Relationship Type="http://schemas.openxmlformats.org/officeDocument/2006/relationships/slide" Target="/ppt/slides/slide1.xml" Id="Re8f8b33240c44f82" /><Relationship Type="http://schemas.openxmlformats.org/officeDocument/2006/relationships/slide" Target="/ppt/slides/slide2.xml" Id="Rd845e2983dac4c97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Remember to mention the Acme Corp merger.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5bee2914a41b2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2a673ac9a49f7" /><Relationship Type="http://schemas.openxmlformats.org/officeDocument/2006/relationships/theme" Target="/ppt/slideMasters/theme/theme1.xml" Id="Rd4bc2c14defa4a5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b2a673ac9a49f7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4326084eb2a346c5" /><Relationship Type="http://schemas.openxmlformats.org/officeDocument/2006/relationships/slideLayout" Target="/ppt/slideLayouts/slideLayout1.xml" Id="R4470a44222ab46fe" /><Relationship Type="http://schemas.openxmlformats.org/officeDocument/2006/relationships/image" Target="/ppt/media/image.png" Id="Rfe7846ab352e4b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0469424ba437c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sp>
        <p:nvSpPr>
          <p:cNvPr id="3" name="Body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Acme </a:t>
            </a:r>
            <a:r>
              <a:rPr lang="en-US" dirty="0"/>
              <a:t>Corp revenue grew in every region except </a:t>
            </a:r>
            <a:r>
              <a:rPr lang="en-US" dirty="0"/>
              <a:t>Acme Corp EMEA.</a:t>
            </a:r>
          </a:p>
        </p:txBody>
      </p:sp>
      <p:pic>
        <p:nvPicPr>
          <p:cNvPr id="4" name="Picture 4" descr=""/>
          <p:cNvPicPr>
            <a:picLocks noChangeAspect="1"/>
          </p:cNvPicPr>
          <p:nvPr/>
        </p:nvPicPr>
        <p:blipFill>
          <a:blip xmlns:r="http://schemas.openxmlformats.org/officeDocument/2006/relationships" r:embed="Rfe7846ab352e4bcd"/>
          <a:stretch>
            <a:fillRect/>
          </a:stretch>
        </p:blipFill>
        <p:spPr>
          <a:xfrm>
            <a:off x="914400" y="914400"/>
            <a:ext cx="1905000" cy="9525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Outlook</a:t>
            </a:r>
          </a:p>
        </p:txBody>
      </p:sp>
    </p:spTree>
  </p:cSld>
</p:sld>
</file>