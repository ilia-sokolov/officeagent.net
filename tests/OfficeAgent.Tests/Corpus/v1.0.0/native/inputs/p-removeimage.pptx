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c2e96722bef4e33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948e00f483bb433e"/>
  </p:sldMasterIdLst>
  <p:sldIdLst>
    <p:sldId xmlns:r="http://schemas.openxmlformats.org/officeDocument/2006/relationships" id="256" r:id="R87d02d1b8a45462b"/>
    <p:sldId xmlns:r="http://schemas.openxmlformats.org/officeDocument/2006/relationships" id="257" r:id="Ra7f229672bfa47fe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8e00f483bb433e" /><Relationship Type="http://schemas.openxmlformats.org/officeDocument/2006/relationships/slide" Target="/ppt/slides/slide1.xml" Id="R87d02d1b8a45462b" /><Relationship Type="http://schemas.openxmlformats.org/officeDocument/2006/relationships/slide" Target="/ppt/slides/slide2.xml" Id="Ra7f229672bfa47fe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277d036c544f45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a9c208ec184fd4" /><Relationship Type="http://schemas.openxmlformats.org/officeDocument/2006/relationships/theme" Target="/ppt/slideMasters/theme/theme1.xml" Id="R05931e0dc4b543a6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a9c208ec184fd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0cea4f2db42a489b" /><Relationship Type="http://schemas.openxmlformats.org/officeDocument/2006/relationships/slideLayout" Target="/ppt/slideLayouts/slideLayout1.xml" Id="R5f42a4aa1f414913" /><Relationship Type="http://schemas.openxmlformats.org/officeDocument/2006/relationships/image" Target="/ppt/media/image.png" Id="Rafb8905e6b2b423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aeb55415de4de7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  <p:pic>
        <p:nvPicPr>
          <p:cNvPr id="4" name="Picture 4" descr=""/>
          <p:cNvPicPr>
            <a:picLocks noChangeAspect="1"/>
          </p:cNvPicPr>
          <p:nvPr/>
        </p:nvPicPr>
        <p:blipFill>
          <a:blip xmlns:r="http://schemas.openxmlformats.org/officeDocument/2006/relationships" r:embed="Rafb8905e6b2b423c"/>
          <a:stretch>
            <a:fillRect/>
          </a:stretch>
        </p:blipFill>
        <p:spPr>
          <a:xfrm>
            <a:off x="914400" y="914400"/>
            <a:ext cx="1905000" cy="952500"/>
          </a:xfrm>
          <a:prstGeom prst="rect">
            <a:avLst/>
          </a:prstGeom>
        </p:spPr>
      </p:pic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