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application/vnd.openxmlformats-officedocument.spreadsheetml.sheet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95eb0ad4df740e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b82c11a14681492a"/>
  </p:sldMasterIdLst>
  <p:sldIdLst>
    <p:sldId xmlns:r="http://schemas.openxmlformats.org/officeDocument/2006/relationships" id="256" r:id="R8c24ba5866f44588"/>
    <p:sldId xmlns:r="http://schemas.openxmlformats.org/officeDocument/2006/relationships" id="257" r:id="Rc3f6e4891723446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c11a14681492a" /><Relationship Type="http://schemas.openxmlformats.org/officeDocument/2006/relationships/slide" Target="/ppt/slides/slide1.xml" Id="R8c24ba5866f44588" /><Relationship Type="http://schemas.openxmlformats.org/officeDocument/2006/relationships/slide" Target="/ppt/slides/slide2.xml" Id="Rc3f6e4891723446c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001ac44e34ad9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fbb2a6bf747fc" /><Relationship Type="http://schemas.openxmlformats.org/officeDocument/2006/relationships/theme" Target="/ppt/slideMasters/theme/theme1.xml" Id="Rc38b64ad7d7f495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afbb2a6bf747fc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4d4913cd7b154dbe" /><Relationship Type="http://schemas.openxmlformats.org/officeDocument/2006/relationships/slideLayout" Target="/ppt/slideLayouts/slideLayout1.xml" Id="Rd4c180d891bf441a" /><Relationship Type="http://schemas.openxmlformats.org/officeDocument/2006/relationships/chart" Target="/ppt/slides/charts/chart1.xml" Id="R8fa65054e4634d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b83b9279d41c0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5b13004a713c4a92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</a:t>
            </a:r>
          </a:p>
        </c:rich>
      </c:tx>
      <c:layout/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Revenue</c:v>
                </c:pt>
              </c:strCache>
            </c:strRef>
          </c:tx>
          <c:invertIfNegative val="0"/>
          <c:cat>
            <c:strRef>
              <c:f>ChartData!$A$2:$A$3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ChartData!$B$2:$B$3</c:f>
              <c:numCache>
                <c:formatCode>General</c:formatCode>
                <c:ptCount val="2"/>
                <c:pt idx="0">
                  <c:v>10</c:v>
                </c:pt>
                <c:pt idx="1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4865011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</c:chart>
  <c:externalData xmlns:r="http://schemas.openxmlformats.org/officeDocument/2006/relationships" r:id="R5b13004a713c4a92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sp>
        <p:nvSpPr>
          <p:cNvPr id="3" name="Body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Acme </a:t>
            </a:r>
            <a:r>
              <a:rPr lang="en-US" dirty="0"/>
              <a:t>Corp revenue grew in every region except </a:t>
            </a:r>
            <a:r>
              <a:rPr lang="en-US" dirty="0"/>
              <a:t>Acme Corp EMEA.</a:t>
            </a:r>
          </a:p>
        </p:txBody>
      </p:sp>
      <p:graphicFrame>
        <p:nvGraphicFramePr>
          <p:cNvPr id="4" name="OfficeAgent Chart 4" descr="Revenue by quarter"/>
          <p:cNvGraphicFramePr>
            <a:graphicFrameLocks noGrp="1"/>
          </p:cNvGraphicFramePr>
          <p:nvPr/>
        </p:nvGraphicFramePr>
        <p:xfrm>
          <a:off x="762000" y="1143000"/>
          <a:ext cx="6096000" cy="3429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8fa65054e4634d21"/>
          </a:graphicData>
        </a:graphic>
      </p:graphicFrame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