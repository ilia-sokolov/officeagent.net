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C0F7-07A5-9BD3-FD18-C664BFC8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D3FBF-F79F-9019-1F68-88856A4E2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A936B-FC76-F4C6-C951-721F9582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63C04-6988-E445-4CAD-AF977728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F92BD-F5D6-4281-FEFD-BD2EB9167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9031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4E7A-DD63-0C6F-1A98-BD3B2FBD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1422C-E4C3-DE46-96C9-78C59FA61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7340F-C190-5BC0-D518-3AC0DD89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F3B5E-F46C-C592-1C35-7AD70B27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BCEB6-88CE-2A44-AECA-4C70AC9AC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5386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98C3-BAD0-AAC1-DEC8-7C9937134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39A00-A092-07B9-DAAF-50DD3B398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4E690-5DAC-20B5-78EA-CAE1E339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57387-D34D-9E95-9CD9-7E874524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4BF71-27F8-1CC4-ADF9-81B69543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08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4ED8E-1CBF-81D0-28DC-9CCCC6E85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1159A-C5D1-328D-9147-7EA0A315F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CEC2E-90BA-6E64-F32C-E52577FE2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451E4-ABB6-56A6-D758-26AFE6BC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6A62C-95BD-42ED-D879-C0E9AE4D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FA259-891D-F713-BED9-9F2F36BBF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1987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AA04-8AE4-E1F5-13EE-8C24E567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3D300-E5C4-BBB0-ECCC-9253AC168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2A54C-47EE-1228-767E-98E81FF8F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25D88-774F-EB4A-0E16-99BD2A9F7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6FEFC3-BD0A-F066-BCBE-373725FD8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E277B-ED78-4215-C6E9-F20E8BC05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EECB6-D801-FDF4-022E-79BAA86D9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A7DA0B-57F1-BAC5-D477-9450DF14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2387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099D-F274-6B27-58FF-600A4559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3151F0-C2FD-A1AC-C151-48650EDC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99A636-EA77-37F5-BB15-D05BB581E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5A6AF-437C-B313-A475-ACF2A6AC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339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C9867-35CC-9A55-0214-7E6AE7620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3004C-A1D7-A2DD-1D21-77266C3F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C2542-B802-C1CA-1200-DF3383A5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219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8E3A-71B7-5A05-6BDB-83F70080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2FE8-CF0E-FE08-D450-C86F28A74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CB4D0-B73D-6889-020E-04ACAC880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F6EF9-5F27-FB9D-08B2-6F7FE23E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A6EA7-31D6-C489-F875-A1168B7A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67718-C690-9208-C523-0B0E958FE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8637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67B4-61CA-8C23-F157-50232590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9B2ABC-DD70-0214-8AEC-A59F3FA09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6B91A-980F-3FE0-C92D-797F95701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79776-4108-256E-6366-7C27F437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DE324-1DF0-EB72-4B72-DCB45A48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9F275-E6C2-3229-0D4A-644FF0B7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374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C2E4-27C6-8CA9-8D12-8E7036E0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EA3CD-C68F-CD46-FC81-41BEADBC3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215EA-8898-1DE7-E8F4-AE4FB417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317D8-EE6F-4239-563A-A11867D7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8C9E7-FCA3-6193-846D-7D804C1A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645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00232D-9789-F672-5C03-699A3DC66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9DC2C-882B-36E2-B294-D2BAF440B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DE793-1993-214B-F261-15D93D99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47D20-72C9-5235-B08C-99819D16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97947-48EF-55F5-1ABB-1378AA3E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67003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0D35-A7D8-8D9B-CE3A-55026950F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1568C-9E5E-0C9D-EB93-2DA25E082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8E826-DD75-91D7-F772-01284631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41AEC-80B0-AA8B-1320-11CF9694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7154A-2F1F-EE3D-9BFC-56DCBA16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294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E1E29-3A5A-B96D-144D-4C2E29148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9FE4C-A3FD-F7DF-EFD0-D8D5DE0D9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8C15-CBE4-A3B6-DD92-71F2014E5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C8CFF-7F97-4881-9DE0-009421BC3A3A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3776-B7FA-8738-BEB2-9DFEB707E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75176-BBA5-9761-723D-B40F35FDF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0CB05-CC07-46A4-8E29-562D0068CF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3447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91D8-311F-F726-BB21-C7BB2D5FB2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Q3 Client Review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40DC2-CD4F-8B7D-C82E-2B0280810D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Northwind Traders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485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98BE-C91E-A053-1A3F-DC4F35C9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Commercials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9F995-3C88-02DB-F56C-8F7F2BEBF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Payment within thirty days</a:t>
            </a:r>
          </a:p>
          <a:p>
            <a:r>
              <a:rPr lang="en-US"/>
              <a:t>Fixed fee: 58,000</a:t>
            </a:r>
          </a:p>
          <a:p>
            <a:r>
              <a:rPr lang="en-US"/>
              <a:t>Go-live: 30 September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5963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Q3 Client Review</vt:lpstr>
      <vt:lpstr>Commercials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Client Review</dc:title>
  <dc:creator>OfficeAgent samples</dc:creator>
  <cp:lastModifiedBy>OfficeAgent samples</cp:lastModifiedBy>
  <cp:revision>1</cp:revision>
  <dcterms:created xsi:type="dcterms:W3CDTF">2026-10-01T10:17:18Z</dcterms:created>
  <dcterms:modified xsi:type="dcterms:W3CDTF">2026-10-01T10:17:18Z</dcterms:modified>
</cp:coreProperties>
</file>